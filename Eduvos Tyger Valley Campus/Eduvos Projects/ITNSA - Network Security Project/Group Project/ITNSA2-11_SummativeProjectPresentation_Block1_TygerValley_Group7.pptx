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9BC683-C5D3-446F-A684-9E4434F8351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61DB88-1AC9-49C4-A92A-DD7FF5DA52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Network Topology: Star Topology</a:t>
          </a:r>
        </a:p>
      </dgm:t>
    </dgm:pt>
    <dgm:pt modelId="{26E8E1ED-4CCE-463F-882B-7C90EB052C71}" type="parTrans" cxnId="{BA9A5A16-F891-427F-95C5-C439A18C4F3B}">
      <dgm:prSet/>
      <dgm:spPr/>
      <dgm:t>
        <a:bodyPr/>
        <a:lstStyle/>
        <a:p>
          <a:endParaRPr lang="en-US"/>
        </a:p>
      </dgm:t>
    </dgm:pt>
    <dgm:pt modelId="{0EAA0822-51C5-4EA3-B8B6-4C464BC3B2B2}" type="sibTrans" cxnId="{BA9A5A16-F891-427F-95C5-C439A18C4F3B}">
      <dgm:prSet/>
      <dgm:spPr/>
      <dgm:t>
        <a:bodyPr/>
        <a:lstStyle/>
        <a:p>
          <a:endParaRPr lang="en-US"/>
        </a:p>
      </dgm:t>
    </dgm:pt>
    <dgm:pt modelId="{5905DD21-20AD-4E11-B9B2-797365023C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Floor-wise device distribution</a:t>
          </a:r>
        </a:p>
      </dgm:t>
    </dgm:pt>
    <dgm:pt modelId="{AB57E95B-392E-4C4C-93A8-1B9C6E90ECF3}" type="parTrans" cxnId="{EF7B8C05-4376-4503-86FD-1B449639CB19}">
      <dgm:prSet/>
      <dgm:spPr/>
      <dgm:t>
        <a:bodyPr/>
        <a:lstStyle/>
        <a:p>
          <a:endParaRPr lang="en-US"/>
        </a:p>
      </dgm:t>
    </dgm:pt>
    <dgm:pt modelId="{2D136073-A290-4045-A7D5-33857770AA3E}" type="sibTrans" cxnId="{EF7B8C05-4376-4503-86FD-1B449639CB19}">
      <dgm:prSet/>
      <dgm:spPr/>
      <dgm:t>
        <a:bodyPr/>
        <a:lstStyle/>
        <a:p>
          <a:endParaRPr lang="en-US"/>
        </a:p>
      </dgm:t>
    </dgm:pt>
    <dgm:pt modelId="{A174E111-39E8-4F1E-BA83-CE440BA651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Central switch interconnecting floors</a:t>
          </a:r>
        </a:p>
      </dgm:t>
    </dgm:pt>
    <dgm:pt modelId="{C056288E-7E1B-4388-8D5C-C0BD857F80C5}" type="parTrans" cxnId="{320A2233-FD10-4B47-A94E-17E33BB1EB44}">
      <dgm:prSet/>
      <dgm:spPr/>
      <dgm:t>
        <a:bodyPr/>
        <a:lstStyle/>
        <a:p>
          <a:endParaRPr lang="en-US"/>
        </a:p>
      </dgm:t>
    </dgm:pt>
    <dgm:pt modelId="{6695E1DB-1404-4185-9E4E-640C9F7C4B21}" type="sibTrans" cxnId="{320A2233-FD10-4B47-A94E-17E33BB1EB44}">
      <dgm:prSet/>
      <dgm:spPr/>
      <dgm:t>
        <a:bodyPr/>
        <a:lstStyle/>
        <a:p>
          <a:endParaRPr lang="en-US"/>
        </a:p>
      </dgm:t>
    </dgm:pt>
    <dgm:pt modelId="{2E078EA6-17D9-46DC-9059-16B8E8CE2C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VLANs for efficient traffic management</a:t>
          </a:r>
        </a:p>
      </dgm:t>
    </dgm:pt>
    <dgm:pt modelId="{F4FF32E6-26DB-457A-B5F6-5D6A6DD35C0E}" type="parTrans" cxnId="{B9401D52-5E36-4772-8E50-FD0B42DCD9D9}">
      <dgm:prSet/>
      <dgm:spPr/>
      <dgm:t>
        <a:bodyPr/>
        <a:lstStyle/>
        <a:p>
          <a:endParaRPr lang="en-US"/>
        </a:p>
      </dgm:t>
    </dgm:pt>
    <dgm:pt modelId="{C53B3BAB-A1B9-4714-91A5-C90F7345FB44}" type="sibTrans" cxnId="{B9401D52-5E36-4772-8E50-FD0B42DCD9D9}">
      <dgm:prSet/>
      <dgm:spPr/>
      <dgm:t>
        <a:bodyPr/>
        <a:lstStyle/>
        <a:p>
          <a:endParaRPr lang="en-US"/>
        </a:p>
      </dgm:t>
    </dgm:pt>
    <dgm:pt modelId="{B9145CDE-0BA6-471C-ABF6-62F0C26DD657}" type="pres">
      <dgm:prSet presAssocID="{689BC683-C5D3-446F-A684-9E4434F8351C}" presName="root" presStyleCnt="0">
        <dgm:presLayoutVars>
          <dgm:dir/>
          <dgm:resizeHandles val="exact"/>
        </dgm:presLayoutVars>
      </dgm:prSet>
      <dgm:spPr/>
    </dgm:pt>
    <dgm:pt modelId="{0F931AA4-1175-4706-B222-F55E813BCA0A}" type="pres">
      <dgm:prSet presAssocID="{9D61DB88-1AC9-49C4-A92A-DD7FF5DA529C}" presName="compNode" presStyleCnt="0"/>
      <dgm:spPr/>
    </dgm:pt>
    <dgm:pt modelId="{E3BFB3E8-DED0-4DF1-871A-07B2101DB6A7}" type="pres">
      <dgm:prSet presAssocID="{9D61DB88-1AC9-49C4-A92A-DD7FF5DA529C}" presName="bgRect" presStyleLbl="bgShp" presStyleIdx="0" presStyleCnt="4"/>
      <dgm:spPr/>
    </dgm:pt>
    <dgm:pt modelId="{A87767FC-0634-4F49-952A-92E1D6CF1299}" type="pres">
      <dgm:prSet presAssocID="{9D61DB88-1AC9-49C4-A92A-DD7FF5DA52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E190C0D1-E43E-4138-9994-D6C82627D2CA}" type="pres">
      <dgm:prSet presAssocID="{9D61DB88-1AC9-49C4-A92A-DD7FF5DA529C}" presName="spaceRect" presStyleCnt="0"/>
      <dgm:spPr/>
    </dgm:pt>
    <dgm:pt modelId="{9A1759D6-0065-414D-BA37-3B49159822D4}" type="pres">
      <dgm:prSet presAssocID="{9D61DB88-1AC9-49C4-A92A-DD7FF5DA529C}" presName="parTx" presStyleLbl="revTx" presStyleIdx="0" presStyleCnt="4">
        <dgm:presLayoutVars>
          <dgm:chMax val="0"/>
          <dgm:chPref val="0"/>
        </dgm:presLayoutVars>
      </dgm:prSet>
      <dgm:spPr/>
    </dgm:pt>
    <dgm:pt modelId="{C0DE8DDB-1384-4ECC-87CD-3D0AD2D115FA}" type="pres">
      <dgm:prSet presAssocID="{0EAA0822-51C5-4EA3-B8B6-4C464BC3B2B2}" presName="sibTrans" presStyleCnt="0"/>
      <dgm:spPr/>
    </dgm:pt>
    <dgm:pt modelId="{4CFF8D7D-15A3-4C87-8E64-EB1115C61FFE}" type="pres">
      <dgm:prSet presAssocID="{5905DD21-20AD-4E11-B9B2-797365023CB0}" presName="compNode" presStyleCnt="0"/>
      <dgm:spPr/>
    </dgm:pt>
    <dgm:pt modelId="{EBCFB8A6-4283-4197-9631-D279E932810D}" type="pres">
      <dgm:prSet presAssocID="{5905DD21-20AD-4E11-B9B2-797365023CB0}" presName="bgRect" presStyleLbl="bgShp" presStyleIdx="1" presStyleCnt="4"/>
      <dgm:spPr/>
    </dgm:pt>
    <dgm:pt modelId="{53A8E22F-A266-4CFD-9754-516ADFC2D756}" type="pres">
      <dgm:prSet presAssocID="{5905DD21-20AD-4E11-B9B2-797365023CB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6FCC2692-4330-436D-87B0-A41BE7F01BA7}" type="pres">
      <dgm:prSet presAssocID="{5905DD21-20AD-4E11-B9B2-797365023CB0}" presName="spaceRect" presStyleCnt="0"/>
      <dgm:spPr/>
    </dgm:pt>
    <dgm:pt modelId="{BF0DF835-B676-41A2-B5CF-7615153763EC}" type="pres">
      <dgm:prSet presAssocID="{5905DD21-20AD-4E11-B9B2-797365023CB0}" presName="parTx" presStyleLbl="revTx" presStyleIdx="1" presStyleCnt="4">
        <dgm:presLayoutVars>
          <dgm:chMax val="0"/>
          <dgm:chPref val="0"/>
        </dgm:presLayoutVars>
      </dgm:prSet>
      <dgm:spPr/>
    </dgm:pt>
    <dgm:pt modelId="{17041007-2FA4-4A1E-BC1C-F94FB7DA155A}" type="pres">
      <dgm:prSet presAssocID="{2D136073-A290-4045-A7D5-33857770AA3E}" presName="sibTrans" presStyleCnt="0"/>
      <dgm:spPr/>
    </dgm:pt>
    <dgm:pt modelId="{53469465-292E-4E0C-AF2E-C8F5162B8A9D}" type="pres">
      <dgm:prSet presAssocID="{A174E111-39E8-4F1E-BA83-CE440BA651BE}" presName="compNode" presStyleCnt="0"/>
      <dgm:spPr/>
    </dgm:pt>
    <dgm:pt modelId="{FE36B4A6-7831-43E2-8171-DEC046A8E0A8}" type="pres">
      <dgm:prSet presAssocID="{A174E111-39E8-4F1E-BA83-CE440BA651BE}" presName="bgRect" presStyleLbl="bgShp" presStyleIdx="2" presStyleCnt="4"/>
      <dgm:spPr/>
    </dgm:pt>
    <dgm:pt modelId="{3E732CE3-3AB8-414D-A447-4BD5FAFE12D5}" type="pres">
      <dgm:prSet presAssocID="{A174E111-39E8-4F1E-BA83-CE440BA651B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1526863-4510-45E6-B872-D8F205031552}" type="pres">
      <dgm:prSet presAssocID="{A174E111-39E8-4F1E-BA83-CE440BA651BE}" presName="spaceRect" presStyleCnt="0"/>
      <dgm:spPr/>
    </dgm:pt>
    <dgm:pt modelId="{EC3F0FA1-5177-408D-97EA-6DAF8716050A}" type="pres">
      <dgm:prSet presAssocID="{A174E111-39E8-4F1E-BA83-CE440BA651BE}" presName="parTx" presStyleLbl="revTx" presStyleIdx="2" presStyleCnt="4">
        <dgm:presLayoutVars>
          <dgm:chMax val="0"/>
          <dgm:chPref val="0"/>
        </dgm:presLayoutVars>
      </dgm:prSet>
      <dgm:spPr/>
    </dgm:pt>
    <dgm:pt modelId="{73A0A29E-CBC8-419C-9FA4-FB866CC065F2}" type="pres">
      <dgm:prSet presAssocID="{6695E1DB-1404-4185-9E4E-640C9F7C4B21}" presName="sibTrans" presStyleCnt="0"/>
      <dgm:spPr/>
    </dgm:pt>
    <dgm:pt modelId="{A0AF5929-9CB9-4F12-9856-CA18D594AC83}" type="pres">
      <dgm:prSet presAssocID="{2E078EA6-17D9-46DC-9059-16B8E8CE2C77}" presName="compNode" presStyleCnt="0"/>
      <dgm:spPr/>
    </dgm:pt>
    <dgm:pt modelId="{ACDB185F-EA44-4929-B779-8D42AFF0DEBB}" type="pres">
      <dgm:prSet presAssocID="{2E078EA6-17D9-46DC-9059-16B8E8CE2C77}" presName="bgRect" presStyleLbl="bgShp" presStyleIdx="3" presStyleCnt="4"/>
      <dgm:spPr/>
    </dgm:pt>
    <dgm:pt modelId="{4F36293A-4BDB-4F66-A116-F73DB5A6014A}" type="pres">
      <dgm:prSet presAssocID="{2E078EA6-17D9-46DC-9059-16B8E8CE2C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6F84386C-0B23-4FC5-BA48-95FADC027CC9}" type="pres">
      <dgm:prSet presAssocID="{2E078EA6-17D9-46DC-9059-16B8E8CE2C77}" presName="spaceRect" presStyleCnt="0"/>
      <dgm:spPr/>
    </dgm:pt>
    <dgm:pt modelId="{E3EAEF90-9FFC-4608-90B1-D0D974343682}" type="pres">
      <dgm:prSet presAssocID="{2E078EA6-17D9-46DC-9059-16B8E8CE2C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F7B8C05-4376-4503-86FD-1B449639CB19}" srcId="{689BC683-C5D3-446F-A684-9E4434F8351C}" destId="{5905DD21-20AD-4E11-B9B2-797365023CB0}" srcOrd="1" destOrd="0" parTransId="{AB57E95B-392E-4C4C-93A8-1B9C6E90ECF3}" sibTransId="{2D136073-A290-4045-A7D5-33857770AA3E}"/>
    <dgm:cxn modelId="{BA9A5A16-F891-427F-95C5-C439A18C4F3B}" srcId="{689BC683-C5D3-446F-A684-9E4434F8351C}" destId="{9D61DB88-1AC9-49C4-A92A-DD7FF5DA529C}" srcOrd="0" destOrd="0" parTransId="{26E8E1ED-4CCE-463F-882B-7C90EB052C71}" sibTransId="{0EAA0822-51C5-4EA3-B8B6-4C464BC3B2B2}"/>
    <dgm:cxn modelId="{320A2233-FD10-4B47-A94E-17E33BB1EB44}" srcId="{689BC683-C5D3-446F-A684-9E4434F8351C}" destId="{A174E111-39E8-4F1E-BA83-CE440BA651BE}" srcOrd="2" destOrd="0" parTransId="{C056288E-7E1B-4388-8D5C-C0BD857F80C5}" sibTransId="{6695E1DB-1404-4185-9E4E-640C9F7C4B21}"/>
    <dgm:cxn modelId="{6902673E-28A0-4183-8898-C27988DB20C9}" type="presOf" srcId="{2E078EA6-17D9-46DC-9059-16B8E8CE2C77}" destId="{E3EAEF90-9FFC-4608-90B1-D0D974343682}" srcOrd="0" destOrd="0" presId="urn:microsoft.com/office/officeart/2018/2/layout/IconVerticalSolidList"/>
    <dgm:cxn modelId="{35851E68-48E6-4586-AB69-7A48D47471B4}" type="presOf" srcId="{689BC683-C5D3-446F-A684-9E4434F8351C}" destId="{B9145CDE-0BA6-471C-ABF6-62F0C26DD657}" srcOrd="0" destOrd="0" presId="urn:microsoft.com/office/officeart/2018/2/layout/IconVerticalSolidList"/>
    <dgm:cxn modelId="{618CE14D-FE23-4596-BDA2-21C72D1C91DC}" type="presOf" srcId="{A174E111-39E8-4F1E-BA83-CE440BA651BE}" destId="{EC3F0FA1-5177-408D-97EA-6DAF8716050A}" srcOrd="0" destOrd="0" presId="urn:microsoft.com/office/officeart/2018/2/layout/IconVerticalSolidList"/>
    <dgm:cxn modelId="{B9401D52-5E36-4772-8E50-FD0B42DCD9D9}" srcId="{689BC683-C5D3-446F-A684-9E4434F8351C}" destId="{2E078EA6-17D9-46DC-9059-16B8E8CE2C77}" srcOrd="3" destOrd="0" parTransId="{F4FF32E6-26DB-457A-B5F6-5D6A6DD35C0E}" sibTransId="{C53B3BAB-A1B9-4714-91A5-C90F7345FB44}"/>
    <dgm:cxn modelId="{4E7D2C52-4848-4BCD-B335-25E211630BEF}" type="presOf" srcId="{9D61DB88-1AC9-49C4-A92A-DD7FF5DA529C}" destId="{9A1759D6-0065-414D-BA37-3B49159822D4}" srcOrd="0" destOrd="0" presId="urn:microsoft.com/office/officeart/2018/2/layout/IconVerticalSolidList"/>
    <dgm:cxn modelId="{2D0D92E2-2417-4A76-8E7A-5689755C3FD0}" type="presOf" srcId="{5905DD21-20AD-4E11-B9B2-797365023CB0}" destId="{BF0DF835-B676-41A2-B5CF-7615153763EC}" srcOrd="0" destOrd="0" presId="urn:microsoft.com/office/officeart/2018/2/layout/IconVerticalSolidList"/>
    <dgm:cxn modelId="{F0E9242A-3904-4B49-9916-C98F2FBCCA45}" type="presParOf" srcId="{B9145CDE-0BA6-471C-ABF6-62F0C26DD657}" destId="{0F931AA4-1175-4706-B222-F55E813BCA0A}" srcOrd="0" destOrd="0" presId="urn:microsoft.com/office/officeart/2018/2/layout/IconVerticalSolidList"/>
    <dgm:cxn modelId="{953F1878-EFB0-4233-9B44-9902BAD14AA3}" type="presParOf" srcId="{0F931AA4-1175-4706-B222-F55E813BCA0A}" destId="{E3BFB3E8-DED0-4DF1-871A-07B2101DB6A7}" srcOrd="0" destOrd="0" presId="urn:microsoft.com/office/officeart/2018/2/layout/IconVerticalSolidList"/>
    <dgm:cxn modelId="{5F667162-FD18-4947-9CBF-C345FDC3FB2D}" type="presParOf" srcId="{0F931AA4-1175-4706-B222-F55E813BCA0A}" destId="{A87767FC-0634-4F49-952A-92E1D6CF1299}" srcOrd="1" destOrd="0" presId="urn:microsoft.com/office/officeart/2018/2/layout/IconVerticalSolidList"/>
    <dgm:cxn modelId="{FEB991B1-5CA9-456A-8CC9-2A6F47F22536}" type="presParOf" srcId="{0F931AA4-1175-4706-B222-F55E813BCA0A}" destId="{E190C0D1-E43E-4138-9994-D6C82627D2CA}" srcOrd="2" destOrd="0" presId="urn:microsoft.com/office/officeart/2018/2/layout/IconVerticalSolidList"/>
    <dgm:cxn modelId="{16C01678-7584-4417-A1E3-637668CEEFCE}" type="presParOf" srcId="{0F931AA4-1175-4706-B222-F55E813BCA0A}" destId="{9A1759D6-0065-414D-BA37-3B49159822D4}" srcOrd="3" destOrd="0" presId="urn:microsoft.com/office/officeart/2018/2/layout/IconVerticalSolidList"/>
    <dgm:cxn modelId="{D1441510-1E8E-4C92-BD0E-9C58C489CA70}" type="presParOf" srcId="{B9145CDE-0BA6-471C-ABF6-62F0C26DD657}" destId="{C0DE8DDB-1384-4ECC-87CD-3D0AD2D115FA}" srcOrd="1" destOrd="0" presId="urn:microsoft.com/office/officeart/2018/2/layout/IconVerticalSolidList"/>
    <dgm:cxn modelId="{68D2B59F-7960-4E03-9531-3FBEC392EBC2}" type="presParOf" srcId="{B9145CDE-0BA6-471C-ABF6-62F0C26DD657}" destId="{4CFF8D7D-15A3-4C87-8E64-EB1115C61FFE}" srcOrd="2" destOrd="0" presId="urn:microsoft.com/office/officeart/2018/2/layout/IconVerticalSolidList"/>
    <dgm:cxn modelId="{EEB49415-E4E3-4391-B3BF-D5B184DBDC17}" type="presParOf" srcId="{4CFF8D7D-15A3-4C87-8E64-EB1115C61FFE}" destId="{EBCFB8A6-4283-4197-9631-D279E932810D}" srcOrd="0" destOrd="0" presId="urn:microsoft.com/office/officeart/2018/2/layout/IconVerticalSolidList"/>
    <dgm:cxn modelId="{2FB745A8-0610-49AF-90F0-B2CCCCBEFCDB}" type="presParOf" srcId="{4CFF8D7D-15A3-4C87-8E64-EB1115C61FFE}" destId="{53A8E22F-A266-4CFD-9754-516ADFC2D756}" srcOrd="1" destOrd="0" presId="urn:microsoft.com/office/officeart/2018/2/layout/IconVerticalSolidList"/>
    <dgm:cxn modelId="{62581A1B-DF07-4E79-8239-2A0BC4715A27}" type="presParOf" srcId="{4CFF8D7D-15A3-4C87-8E64-EB1115C61FFE}" destId="{6FCC2692-4330-436D-87B0-A41BE7F01BA7}" srcOrd="2" destOrd="0" presId="urn:microsoft.com/office/officeart/2018/2/layout/IconVerticalSolidList"/>
    <dgm:cxn modelId="{AF82D16E-B660-4D05-8EEB-771DEAAF4AFF}" type="presParOf" srcId="{4CFF8D7D-15A3-4C87-8E64-EB1115C61FFE}" destId="{BF0DF835-B676-41A2-B5CF-7615153763EC}" srcOrd="3" destOrd="0" presId="urn:microsoft.com/office/officeart/2018/2/layout/IconVerticalSolidList"/>
    <dgm:cxn modelId="{B7FB11D3-4620-46DF-B311-9BCAB35B8DB6}" type="presParOf" srcId="{B9145CDE-0BA6-471C-ABF6-62F0C26DD657}" destId="{17041007-2FA4-4A1E-BC1C-F94FB7DA155A}" srcOrd="3" destOrd="0" presId="urn:microsoft.com/office/officeart/2018/2/layout/IconVerticalSolidList"/>
    <dgm:cxn modelId="{FA5B0AB6-CACC-4387-BA94-402AA43EE1B2}" type="presParOf" srcId="{B9145CDE-0BA6-471C-ABF6-62F0C26DD657}" destId="{53469465-292E-4E0C-AF2E-C8F5162B8A9D}" srcOrd="4" destOrd="0" presId="urn:microsoft.com/office/officeart/2018/2/layout/IconVerticalSolidList"/>
    <dgm:cxn modelId="{ED34579F-7E45-463C-B711-35DDD69CD5F6}" type="presParOf" srcId="{53469465-292E-4E0C-AF2E-C8F5162B8A9D}" destId="{FE36B4A6-7831-43E2-8171-DEC046A8E0A8}" srcOrd="0" destOrd="0" presId="urn:microsoft.com/office/officeart/2018/2/layout/IconVerticalSolidList"/>
    <dgm:cxn modelId="{1B2225EC-4E93-4B10-9CBF-6BBDD137B85D}" type="presParOf" srcId="{53469465-292E-4E0C-AF2E-C8F5162B8A9D}" destId="{3E732CE3-3AB8-414D-A447-4BD5FAFE12D5}" srcOrd="1" destOrd="0" presId="urn:microsoft.com/office/officeart/2018/2/layout/IconVerticalSolidList"/>
    <dgm:cxn modelId="{A412CA49-47F1-4C04-88C5-B990F3BB9F00}" type="presParOf" srcId="{53469465-292E-4E0C-AF2E-C8F5162B8A9D}" destId="{31526863-4510-45E6-B872-D8F205031552}" srcOrd="2" destOrd="0" presId="urn:microsoft.com/office/officeart/2018/2/layout/IconVerticalSolidList"/>
    <dgm:cxn modelId="{A2C0A3C6-8CB1-4665-B7F7-95D45537451E}" type="presParOf" srcId="{53469465-292E-4E0C-AF2E-C8F5162B8A9D}" destId="{EC3F0FA1-5177-408D-97EA-6DAF8716050A}" srcOrd="3" destOrd="0" presId="urn:microsoft.com/office/officeart/2018/2/layout/IconVerticalSolidList"/>
    <dgm:cxn modelId="{16C89F71-137E-4F08-AB8A-22094DE8DD94}" type="presParOf" srcId="{B9145CDE-0BA6-471C-ABF6-62F0C26DD657}" destId="{73A0A29E-CBC8-419C-9FA4-FB866CC065F2}" srcOrd="5" destOrd="0" presId="urn:microsoft.com/office/officeart/2018/2/layout/IconVerticalSolidList"/>
    <dgm:cxn modelId="{B1DB0AEE-7792-4742-94F6-1C7F525F7479}" type="presParOf" srcId="{B9145CDE-0BA6-471C-ABF6-62F0C26DD657}" destId="{A0AF5929-9CB9-4F12-9856-CA18D594AC83}" srcOrd="6" destOrd="0" presId="urn:microsoft.com/office/officeart/2018/2/layout/IconVerticalSolidList"/>
    <dgm:cxn modelId="{0B594D63-6CD5-4043-8585-6395EB605E3E}" type="presParOf" srcId="{A0AF5929-9CB9-4F12-9856-CA18D594AC83}" destId="{ACDB185F-EA44-4929-B779-8D42AFF0DEBB}" srcOrd="0" destOrd="0" presId="urn:microsoft.com/office/officeart/2018/2/layout/IconVerticalSolidList"/>
    <dgm:cxn modelId="{9C470F57-C1CE-48B1-837F-5D5BCFB97149}" type="presParOf" srcId="{A0AF5929-9CB9-4F12-9856-CA18D594AC83}" destId="{4F36293A-4BDB-4F66-A116-F73DB5A6014A}" srcOrd="1" destOrd="0" presId="urn:microsoft.com/office/officeart/2018/2/layout/IconVerticalSolidList"/>
    <dgm:cxn modelId="{3E682ADA-40E5-4CD5-B1B6-9EB987F0318C}" type="presParOf" srcId="{A0AF5929-9CB9-4F12-9856-CA18D594AC83}" destId="{6F84386C-0B23-4FC5-BA48-95FADC027CC9}" srcOrd="2" destOrd="0" presId="urn:microsoft.com/office/officeart/2018/2/layout/IconVerticalSolidList"/>
    <dgm:cxn modelId="{B169B43C-6413-42C6-87BB-B0930EC439FE}" type="presParOf" srcId="{A0AF5929-9CB9-4F12-9856-CA18D594AC83}" destId="{E3EAEF90-9FFC-4608-90B1-D0D9743436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934319-6BB5-4052-8A08-45E3BC2621C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6FB7C7-8163-4F0C-9F53-50DF3890F8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DHCP assigns IP addresses automatically</a:t>
          </a:r>
        </a:p>
      </dgm:t>
    </dgm:pt>
    <dgm:pt modelId="{9238EA7F-93D7-46C8-A52F-A168837F4FC9}" type="parTrans" cxnId="{31F3A0BC-2568-48C4-8CAA-B3892E97C161}">
      <dgm:prSet/>
      <dgm:spPr/>
      <dgm:t>
        <a:bodyPr/>
        <a:lstStyle/>
        <a:p>
          <a:endParaRPr lang="en-US"/>
        </a:p>
      </dgm:t>
    </dgm:pt>
    <dgm:pt modelId="{19C925AE-76E6-40FB-BB28-4E4D7A41167D}" type="sibTrans" cxnId="{31F3A0BC-2568-48C4-8CAA-B3892E97C161}">
      <dgm:prSet/>
      <dgm:spPr/>
      <dgm:t>
        <a:bodyPr/>
        <a:lstStyle/>
        <a:p>
          <a:endParaRPr lang="en-US"/>
        </a:p>
      </dgm:t>
    </dgm:pt>
    <dgm:pt modelId="{3ED602F2-1CDA-4F1B-AA56-ADBB1DE56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manual configuration</a:t>
          </a:r>
        </a:p>
      </dgm:t>
    </dgm:pt>
    <dgm:pt modelId="{C0C4F3CC-3EBB-4D6D-867D-107A50A50904}" type="parTrans" cxnId="{64B7444D-0C59-49CF-BB63-1F6AB19B81FA}">
      <dgm:prSet/>
      <dgm:spPr/>
      <dgm:t>
        <a:bodyPr/>
        <a:lstStyle/>
        <a:p>
          <a:endParaRPr lang="en-US"/>
        </a:p>
      </dgm:t>
    </dgm:pt>
    <dgm:pt modelId="{E53889EB-91E5-4948-8502-A778ABC549E0}" type="sibTrans" cxnId="{64B7444D-0C59-49CF-BB63-1F6AB19B81FA}">
      <dgm:prSet/>
      <dgm:spPr/>
      <dgm:t>
        <a:bodyPr/>
        <a:lstStyle/>
        <a:p>
          <a:endParaRPr lang="en-US"/>
        </a:p>
      </dgm:t>
    </dgm:pt>
    <dgm:pt modelId="{CB407458-B532-4569-BF30-4E7D5711E8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network efficiency</a:t>
          </a:r>
        </a:p>
      </dgm:t>
    </dgm:pt>
    <dgm:pt modelId="{5EC2164C-04DC-4392-B5FC-87E685FF0899}" type="parTrans" cxnId="{C9CE250A-1876-41D4-BBE8-02AB377D7617}">
      <dgm:prSet/>
      <dgm:spPr/>
      <dgm:t>
        <a:bodyPr/>
        <a:lstStyle/>
        <a:p>
          <a:endParaRPr lang="en-US"/>
        </a:p>
      </dgm:t>
    </dgm:pt>
    <dgm:pt modelId="{B922BE4C-7BE6-4DB4-84E9-B129A5700598}" type="sibTrans" cxnId="{C9CE250A-1876-41D4-BBE8-02AB377D7617}">
      <dgm:prSet/>
      <dgm:spPr/>
      <dgm:t>
        <a:bodyPr/>
        <a:lstStyle/>
        <a:p>
          <a:endParaRPr lang="en-US"/>
        </a:p>
      </dgm:t>
    </dgm:pt>
    <dgm:pt modelId="{C628A0F2-405F-494D-B73F-39F532D9970C}" type="pres">
      <dgm:prSet presAssocID="{45934319-6BB5-4052-8A08-45E3BC2621CD}" presName="root" presStyleCnt="0">
        <dgm:presLayoutVars>
          <dgm:dir/>
          <dgm:resizeHandles val="exact"/>
        </dgm:presLayoutVars>
      </dgm:prSet>
      <dgm:spPr/>
    </dgm:pt>
    <dgm:pt modelId="{BB3328DB-8E74-4165-8E6B-DB7B0765C717}" type="pres">
      <dgm:prSet presAssocID="{EB6FB7C7-8163-4F0C-9F53-50DF3890F802}" presName="compNode" presStyleCnt="0"/>
      <dgm:spPr/>
    </dgm:pt>
    <dgm:pt modelId="{B53F9FFE-2DB6-4E03-BDE9-1992236B211B}" type="pres">
      <dgm:prSet presAssocID="{EB6FB7C7-8163-4F0C-9F53-50DF3890F8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EA0BFE5-AD4C-40FB-B9F0-A64294119691}" type="pres">
      <dgm:prSet presAssocID="{EB6FB7C7-8163-4F0C-9F53-50DF3890F802}" presName="spaceRect" presStyleCnt="0"/>
      <dgm:spPr/>
    </dgm:pt>
    <dgm:pt modelId="{362877F1-20FC-4E51-AF94-A387C3AAC467}" type="pres">
      <dgm:prSet presAssocID="{EB6FB7C7-8163-4F0C-9F53-50DF3890F802}" presName="textRect" presStyleLbl="revTx" presStyleIdx="0" presStyleCnt="3">
        <dgm:presLayoutVars>
          <dgm:chMax val="1"/>
          <dgm:chPref val="1"/>
        </dgm:presLayoutVars>
      </dgm:prSet>
      <dgm:spPr/>
    </dgm:pt>
    <dgm:pt modelId="{CEB9F0CD-6FF3-4F57-804D-F7454CADEF99}" type="pres">
      <dgm:prSet presAssocID="{19C925AE-76E6-40FB-BB28-4E4D7A41167D}" presName="sibTrans" presStyleCnt="0"/>
      <dgm:spPr/>
    </dgm:pt>
    <dgm:pt modelId="{138BCD27-DA17-49B2-ABF8-9F6913B9D4BE}" type="pres">
      <dgm:prSet presAssocID="{3ED602F2-1CDA-4F1B-AA56-ADBB1DE5622A}" presName="compNode" presStyleCnt="0"/>
      <dgm:spPr/>
    </dgm:pt>
    <dgm:pt modelId="{DCF032F6-7286-47FF-B345-569470FA205E}" type="pres">
      <dgm:prSet presAssocID="{3ED602F2-1CDA-4F1B-AA56-ADBB1DE562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582C4FE-99CA-4308-BBA7-7AAF56D8CF4D}" type="pres">
      <dgm:prSet presAssocID="{3ED602F2-1CDA-4F1B-AA56-ADBB1DE5622A}" presName="spaceRect" presStyleCnt="0"/>
      <dgm:spPr/>
    </dgm:pt>
    <dgm:pt modelId="{6E050CA9-0FDD-4720-AAC1-D87B5FCABA11}" type="pres">
      <dgm:prSet presAssocID="{3ED602F2-1CDA-4F1B-AA56-ADBB1DE5622A}" presName="textRect" presStyleLbl="revTx" presStyleIdx="1" presStyleCnt="3">
        <dgm:presLayoutVars>
          <dgm:chMax val="1"/>
          <dgm:chPref val="1"/>
        </dgm:presLayoutVars>
      </dgm:prSet>
      <dgm:spPr/>
    </dgm:pt>
    <dgm:pt modelId="{0A0189B2-E249-4121-A04A-31B37D6C7CA5}" type="pres">
      <dgm:prSet presAssocID="{E53889EB-91E5-4948-8502-A778ABC549E0}" presName="sibTrans" presStyleCnt="0"/>
      <dgm:spPr/>
    </dgm:pt>
    <dgm:pt modelId="{F65E4F54-0F4E-4D05-9654-BC3389285288}" type="pres">
      <dgm:prSet presAssocID="{CB407458-B532-4569-BF30-4E7D5711E876}" presName="compNode" presStyleCnt="0"/>
      <dgm:spPr/>
    </dgm:pt>
    <dgm:pt modelId="{D10026F7-4AD3-4A2A-B903-B0A8D27318ED}" type="pres">
      <dgm:prSet presAssocID="{CB407458-B532-4569-BF30-4E7D5711E8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0E96A39-3ED2-40D6-9A39-FD39C3AFBCC2}" type="pres">
      <dgm:prSet presAssocID="{CB407458-B532-4569-BF30-4E7D5711E876}" presName="spaceRect" presStyleCnt="0"/>
      <dgm:spPr/>
    </dgm:pt>
    <dgm:pt modelId="{2AE24704-83B1-4085-ABBE-C004DEB0869A}" type="pres">
      <dgm:prSet presAssocID="{CB407458-B532-4569-BF30-4E7D5711E87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9CE250A-1876-41D4-BBE8-02AB377D7617}" srcId="{45934319-6BB5-4052-8A08-45E3BC2621CD}" destId="{CB407458-B532-4569-BF30-4E7D5711E876}" srcOrd="2" destOrd="0" parTransId="{5EC2164C-04DC-4392-B5FC-87E685FF0899}" sibTransId="{B922BE4C-7BE6-4DB4-84E9-B129A5700598}"/>
    <dgm:cxn modelId="{64B7444D-0C59-49CF-BB63-1F6AB19B81FA}" srcId="{45934319-6BB5-4052-8A08-45E3BC2621CD}" destId="{3ED602F2-1CDA-4F1B-AA56-ADBB1DE5622A}" srcOrd="1" destOrd="0" parTransId="{C0C4F3CC-3EBB-4D6D-867D-107A50A50904}" sibTransId="{E53889EB-91E5-4948-8502-A778ABC549E0}"/>
    <dgm:cxn modelId="{ED5A75A4-9BDE-4EB7-B242-9E286A53845A}" type="presOf" srcId="{45934319-6BB5-4052-8A08-45E3BC2621CD}" destId="{C628A0F2-405F-494D-B73F-39F532D9970C}" srcOrd="0" destOrd="0" presId="urn:microsoft.com/office/officeart/2018/2/layout/IconLabelList"/>
    <dgm:cxn modelId="{6B7E33B6-790B-44B2-A60B-304F7C0F95CA}" type="presOf" srcId="{CB407458-B532-4569-BF30-4E7D5711E876}" destId="{2AE24704-83B1-4085-ABBE-C004DEB0869A}" srcOrd="0" destOrd="0" presId="urn:microsoft.com/office/officeart/2018/2/layout/IconLabelList"/>
    <dgm:cxn modelId="{31F3A0BC-2568-48C4-8CAA-B3892E97C161}" srcId="{45934319-6BB5-4052-8A08-45E3BC2621CD}" destId="{EB6FB7C7-8163-4F0C-9F53-50DF3890F802}" srcOrd="0" destOrd="0" parTransId="{9238EA7F-93D7-46C8-A52F-A168837F4FC9}" sibTransId="{19C925AE-76E6-40FB-BB28-4E4D7A41167D}"/>
    <dgm:cxn modelId="{C82747C1-C25E-4E3B-9204-9D194569DC53}" type="presOf" srcId="{EB6FB7C7-8163-4F0C-9F53-50DF3890F802}" destId="{362877F1-20FC-4E51-AF94-A387C3AAC467}" srcOrd="0" destOrd="0" presId="urn:microsoft.com/office/officeart/2018/2/layout/IconLabelList"/>
    <dgm:cxn modelId="{7F684BFE-F323-4617-B869-040612AB7FD5}" type="presOf" srcId="{3ED602F2-1CDA-4F1B-AA56-ADBB1DE5622A}" destId="{6E050CA9-0FDD-4720-AAC1-D87B5FCABA11}" srcOrd="0" destOrd="0" presId="urn:microsoft.com/office/officeart/2018/2/layout/IconLabelList"/>
    <dgm:cxn modelId="{8ED93BE5-B0F4-4F21-9D93-EE23C422BD58}" type="presParOf" srcId="{C628A0F2-405F-494D-B73F-39F532D9970C}" destId="{BB3328DB-8E74-4165-8E6B-DB7B0765C717}" srcOrd="0" destOrd="0" presId="urn:microsoft.com/office/officeart/2018/2/layout/IconLabelList"/>
    <dgm:cxn modelId="{9A4716DB-0CAA-45CE-A93B-4C62EA27E382}" type="presParOf" srcId="{BB3328DB-8E74-4165-8E6B-DB7B0765C717}" destId="{B53F9FFE-2DB6-4E03-BDE9-1992236B211B}" srcOrd="0" destOrd="0" presId="urn:microsoft.com/office/officeart/2018/2/layout/IconLabelList"/>
    <dgm:cxn modelId="{887A5B6C-44AD-4588-B3DF-2B304BB5FD7F}" type="presParOf" srcId="{BB3328DB-8E74-4165-8E6B-DB7B0765C717}" destId="{8EA0BFE5-AD4C-40FB-B9F0-A64294119691}" srcOrd="1" destOrd="0" presId="urn:microsoft.com/office/officeart/2018/2/layout/IconLabelList"/>
    <dgm:cxn modelId="{84ACC0DF-6677-4AC2-B90D-539AF4008CB9}" type="presParOf" srcId="{BB3328DB-8E74-4165-8E6B-DB7B0765C717}" destId="{362877F1-20FC-4E51-AF94-A387C3AAC467}" srcOrd="2" destOrd="0" presId="urn:microsoft.com/office/officeart/2018/2/layout/IconLabelList"/>
    <dgm:cxn modelId="{CFDCA87F-0D2F-4B40-A7B8-E31F254A9B94}" type="presParOf" srcId="{C628A0F2-405F-494D-B73F-39F532D9970C}" destId="{CEB9F0CD-6FF3-4F57-804D-F7454CADEF99}" srcOrd="1" destOrd="0" presId="urn:microsoft.com/office/officeart/2018/2/layout/IconLabelList"/>
    <dgm:cxn modelId="{CD50B51D-D683-4F22-8E5E-79FF4AB2BC1C}" type="presParOf" srcId="{C628A0F2-405F-494D-B73F-39F532D9970C}" destId="{138BCD27-DA17-49B2-ABF8-9F6913B9D4BE}" srcOrd="2" destOrd="0" presId="urn:microsoft.com/office/officeart/2018/2/layout/IconLabelList"/>
    <dgm:cxn modelId="{7511BFF7-13EC-4C10-8766-7E073016827D}" type="presParOf" srcId="{138BCD27-DA17-49B2-ABF8-9F6913B9D4BE}" destId="{DCF032F6-7286-47FF-B345-569470FA205E}" srcOrd="0" destOrd="0" presId="urn:microsoft.com/office/officeart/2018/2/layout/IconLabelList"/>
    <dgm:cxn modelId="{0897E6DB-8ED3-4057-B094-E112ECCF5AA5}" type="presParOf" srcId="{138BCD27-DA17-49B2-ABF8-9F6913B9D4BE}" destId="{2582C4FE-99CA-4308-BBA7-7AAF56D8CF4D}" srcOrd="1" destOrd="0" presId="urn:microsoft.com/office/officeart/2018/2/layout/IconLabelList"/>
    <dgm:cxn modelId="{2BBB547A-F04A-4D64-A9A3-116BB01DDE11}" type="presParOf" srcId="{138BCD27-DA17-49B2-ABF8-9F6913B9D4BE}" destId="{6E050CA9-0FDD-4720-AAC1-D87B5FCABA11}" srcOrd="2" destOrd="0" presId="urn:microsoft.com/office/officeart/2018/2/layout/IconLabelList"/>
    <dgm:cxn modelId="{E6C0825B-DF2C-48B2-A36A-6AAB9328CED7}" type="presParOf" srcId="{C628A0F2-405F-494D-B73F-39F532D9970C}" destId="{0A0189B2-E249-4121-A04A-31B37D6C7CA5}" srcOrd="3" destOrd="0" presId="urn:microsoft.com/office/officeart/2018/2/layout/IconLabelList"/>
    <dgm:cxn modelId="{6FBC75DE-ACF8-4529-8ACA-0110C8A18B27}" type="presParOf" srcId="{C628A0F2-405F-494D-B73F-39F532D9970C}" destId="{F65E4F54-0F4E-4D05-9654-BC3389285288}" srcOrd="4" destOrd="0" presId="urn:microsoft.com/office/officeart/2018/2/layout/IconLabelList"/>
    <dgm:cxn modelId="{239CF221-A8C0-4FFB-A15C-6C7FE446FDC8}" type="presParOf" srcId="{F65E4F54-0F4E-4D05-9654-BC3389285288}" destId="{D10026F7-4AD3-4A2A-B903-B0A8D27318ED}" srcOrd="0" destOrd="0" presId="urn:microsoft.com/office/officeart/2018/2/layout/IconLabelList"/>
    <dgm:cxn modelId="{1AE5B53F-51BF-4DE4-BFE5-A8F7C8D90663}" type="presParOf" srcId="{F65E4F54-0F4E-4D05-9654-BC3389285288}" destId="{F0E96A39-3ED2-40D6-9A39-FD39C3AFBCC2}" srcOrd="1" destOrd="0" presId="urn:microsoft.com/office/officeart/2018/2/layout/IconLabelList"/>
    <dgm:cxn modelId="{B1FAEB0D-D277-442F-BBB7-8BB552F94DE2}" type="presParOf" srcId="{F65E4F54-0F4E-4D05-9654-BC3389285288}" destId="{2AE24704-83B1-4085-ABBE-C004DEB0869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0AE569-E4DB-4668-9C04-E9657FCCA00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43DBDC63-6CFC-4049-BCF4-2FE6A1B9D4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VLANs separate network traffic for security &amp; efficiency</a:t>
          </a:r>
        </a:p>
      </dgm:t>
    </dgm:pt>
    <dgm:pt modelId="{97A58902-8650-4677-9249-932210AAF394}" type="parTrans" cxnId="{C9E2FFBF-7A8A-47DA-869D-59AC069708B4}">
      <dgm:prSet/>
      <dgm:spPr/>
      <dgm:t>
        <a:bodyPr/>
        <a:lstStyle/>
        <a:p>
          <a:endParaRPr lang="en-US"/>
        </a:p>
      </dgm:t>
    </dgm:pt>
    <dgm:pt modelId="{ACF38068-7D4E-41D6-AF45-C841C554DBA9}" type="sibTrans" cxnId="{C9E2FFBF-7A8A-47DA-869D-59AC069708B4}">
      <dgm:prSet/>
      <dgm:spPr/>
      <dgm:t>
        <a:bodyPr/>
        <a:lstStyle/>
        <a:p>
          <a:endParaRPr lang="en-US"/>
        </a:p>
      </dgm:t>
    </dgm:pt>
    <dgm:pt modelId="{235E3753-90E7-40F6-9245-2EB5166220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department assigned a VLAN</a:t>
          </a:r>
        </a:p>
      </dgm:t>
    </dgm:pt>
    <dgm:pt modelId="{EC8A2D78-557F-4E22-A3AB-0AA5C8047985}" type="parTrans" cxnId="{C58284C0-FD72-4143-BACA-DF2122E130E4}">
      <dgm:prSet/>
      <dgm:spPr/>
      <dgm:t>
        <a:bodyPr/>
        <a:lstStyle/>
        <a:p>
          <a:endParaRPr lang="en-US"/>
        </a:p>
      </dgm:t>
    </dgm:pt>
    <dgm:pt modelId="{250449EC-59B7-46F9-AD36-606D5DBF4AE9}" type="sibTrans" cxnId="{C58284C0-FD72-4143-BACA-DF2122E130E4}">
      <dgm:prSet/>
      <dgm:spPr/>
      <dgm:t>
        <a:bodyPr/>
        <a:lstStyle/>
        <a:p>
          <a:endParaRPr lang="en-US"/>
        </a:p>
      </dgm:t>
    </dgm:pt>
    <dgm:pt modelId="{EEADB120-D9D1-42F4-B6CF-E37335AEB1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broadcast traffic</a:t>
          </a:r>
        </a:p>
      </dgm:t>
    </dgm:pt>
    <dgm:pt modelId="{8A3066C0-0182-4709-B1B3-E80117919E33}" type="parTrans" cxnId="{9462644F-0D93-4E5E-A878-32EAE344C8FE}">
      <dgm:prSet/>
      <dgm:spPr/>
      <dgm:t>
        <a:bodyPr/>
        <a:lstStyle/>
        <a:p>
          <a:endParaRPr lang="en-US"/>
        </a:p>
      </dgm:t>
    </dgm:pt>
    <dgm:pt modelId="{328CB950-5022-4609-AD56-E33F30BCB7AE}" type="sibTrans" cxnId="{9462644F-0D93-4E5E-A878-32EAE344C8FE}">
      <dgm:prSet/>
      <dgm:spPr/>
      <dgm:t>
        <a:bodyPr/>
        <a:lstStyle/>
        <a:p>
          <a:endParaRPr lang="en-US"/>
        </a:p>
      </dgm:t>
    </dgm:pt>
    <dgm:pt modelId="{9370F5CE-C193-4D31-AB8A-DDC5C893BA8E}" type="pres">
      <dgm:prSet presAssocID="{DD0AE569-E4DB-4668-9C04-E9657FCCA004}" presName="root" presStyleCnt="0">
        <dgm:presLayoutVars>
          <dgm:dir/>
          <dgm:resizeHandles val="exact"/>
        </dgm:presLayoutVars>
      </dgm:prSet>
      <dgm:spPr/>
    </dgm:pt>
    <dgm:pt modelId="{5B424E9C-6A2D-4A3D-8003-88E6C82B9121}" type="pres">
      <dgm:prSet presAssocID="{43DBDC63-6CFC-4049-BCF4-2FE6A1B9D47F}" presName="compNode" presStyleCnt="0"/>
      <dgm:spPr/>
    </dgm:pt>
    <dgm:pt modelId="{608A8EDE-C8BE-4334-A007-7C8DD9060573}" type="pres">
      <dgm:prSet presAssocID="{43DBDC63-6CFC-4049-BCF4-2FE6A1B9D4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753A0FC-6A9C-4C3C-BDE5-248DDCD4C191}" type="pres">
      <dgm:prSet presAssocID="{43DBDC63-6CFC-4049-BCF4-2FE6A1B9D47F}" presName="spaceRect" presStyleCnt="0"/>
      <dgm:spPr/>
    </dgm:pt>
    <dgm:pt modelId="{AC3F49F9-CCC9-4530-A57B-8F7A1C3F72D0}" type="pres">
      <dgm:prSet presAssocID="{43DBDC63-6CFC-4049-BCF4-2FE6A1B9D47F}" presName="textRect" presStyleLbl="revTx" presStyleIdx="0" presStyleCnt="3">
        <dgm:presLayoutVars>
          <dgm:chMax val="1"/>
          <dgm:chPref val="1"/>
        </dgm:presLayoutVars>
      </dgm:prSet>
      <dgm:spPr/>
    </dgm:pt>
    <dgm:pt modelId="{B8939B38-4128-4E30-AD5A-7649B59C6C74}" type="pres">
      <dgm:prSet presAssocID="{ACF38068-7D4E-41D6-AF45-C841C554DBA9}" presName="sibTrans" presStyleCnt="0"/>
      <dgm:spPr/>
    </dgm:pt>
    <dgm:pt modelId="{5C9D2A02-13CF-47D7-8B9B-607480F4F086}" type="pres">
      <dgm:prSet presAssocID="{235E3753-90E7-40F6-9245-2EB516622083}" presName="compNode" presStyleCnt="0"/>
      <dgm:spPr/>
    </dgm:pt>
    <dgm:pt modelId="{EFAF98BA-CBAF-4829-957A-C5D5833CCB75}" type="pres">
      <dgm:prSet presAssocID="{235E3753-90E7-40F6-9245-2EB5166220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CF78253-184C-48A8-9939-5A641A024E8C}" type="pres">
      <dgm:prSet presAssocID="{235E3753-90E7-40F6-9245-2EB516622083}" presName="spaceRect" presStyleCnt="0"/>
      <dgm:spPr/>
    </dgm:pt>
    <dgm:pt modelId="{A6A188CB-3459-48EA-8592-3490648FC143}" type="pres">
      <dgm:prSet presAssocID="{235E3753-90E7-40F6-9245-2EB516622083}" presName="textRect" presStyleLbl="revTx" presStyleIdx="1" presStyleCnt="3">
        <dgm:presLayoutVars>
          <dgm:chMax val="1"/>
          <dgm:chPref val="1"/>
        </dgm:presLayoutVars>
      </dgm:prSet>
      <dgm:spPr/>
    </dgm:pt>
    <dgm:pt modelId="{882DA0CF-6E67-457A-9426-2972265D419D}" type="pres">
      <dgm:prSet presAssocID="{250449EC-59B7-46F9-AD36-606D5DBF4AE9}" presName="sibTrans" presStyleCnt="0"/>
      <dgm:spPr/>
    </dgm:pt>
    <dgm:pt modelId="{F718546C-C7D4-441E-8249-66E8FCB253C1}" type="pres">
      <dgm:prSet presAssocID="{EEADB120-D9D1-42F4-B6CF-E37335AEB17B}" presName="compNode" presStyleCnt="0"/>
      <dgm:spPr/>
    </dgm:pt>
    <dgm:pt modelId="{61C36C15-A4B2-4EE7-9D31-BFB38C2518CB}" type="pres">
      <dgm:prSet presAssocID="{EEADB120-D9D1-42F4-B6CF-E37335AEB1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35BF3333-E4E3-4243-98FD-E2E4A1F0630C}" type="pres">
      <dgm:prSet presAssocID="{EEADB120-D9D1-42F4-B6CF-E37335AEB17B}" presName="spaceRect" presStyleCnt="0"/>
      <dgm:spPr/>
    </dgm:pt>
    <dgm:pt modelId="{DFE59350-1222-4DEF-9BDB-132014F913D9}" type="pres">
      <dgm:prSet presAssocID="{EEADB120-D9D1-42F4-B6CF-E37335AEB17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C4FDC3A-1006-46D2-BBF0-D4B563F2044D}" type="presOf" srcId="{DD0AE569-E4DB-4668-9C04-E9657FCCA004}" destId="{9370F5CE-C193-4D31-AB8A-DDC5C893BA8E}" srcOrd="0" destOrd="0" presId="urn:microsoft.com/office/officeart/2018/2/layout/IconLabelList"/>
    <dgm:cxn modelId="{33B5FE46-9EA9-47FD-BE6C-6B42D11B21F8}" type="presOf" srcId="{EEADB120-D9D1-42F4-B6CF-E37335AEB17B}" destId="{DFE59350-1222-4DEF-9BDB-132014F913D9}" srcOrd="0" destOrd="0" presId="urn:microsoft.com/office/officeart/2018/2/layout/IconLabelList"/>
    <dgm:cxn modelId="{9C63764A-5CC5-4CDC-9545-58BB01930C38}" type="presOf" srcId="{43DBDC63-6CFC-4049-BCF4-2FE6A1B9D47F}" destId="{AC3F49F9-CCC9-4530-A57B-8F7A1C3F72D0}" srcOrd="0" destOrd="0" presId="urn:microsoft.com/office/officeart/2018/2/layout/IconLabelList"/>
    <dgm:cxn modelId="{9462644F-0D93-4E5E-A878-32EAE344C8FE}" srcId="{DD0AE569-E4DB-4668-9C04-E9657FCCA004}" destId="{EEADB120-D9D1-42F4-B6CF-E37335AEB17B}" srcOrd="2" destOrd="0" parTransId="{8A3066C0-0182-4709-B1B3-E80117919E33}" sibTransId="{328CB950-5022-4609-AD56-E33F30BCB7AE}"/>
    <dgm:cxn modelId="{C9E2FFBF-7A8A-47DA-869D-59AC069708B4}" srcId="{DD0AE569-E4DB-4668-9C04-E9657FCCA004}" destId="{43DBDC63-6CFC-4049-BCF4-2FE6A1B9D47F}" srcOrd="0" destOrd="0" parTransId="{97A58902-8650-4677-9249-932210AAF394}" sibTransId="{ACF38068-7D4E-41D6-AF45-C841C554DBA9}"/>
    <dgm:cxn modelId="{C58284C0-FD72-4143-BACA-DF2122E130E4}" srcId="{DD0AE569-E4DB-4668-9C04-E9657FCCA004}" destId="{235E3753-90E7-40F6-9245-2EB516622083}" srcOrd="1" destOrd="0" parTransId="{EC8A2D78-557F-4E22-A3AB-0AA5C8047985}" sibTransId="{250449EC-59B7-46F9-AD36-606D5DBF4AE9}"/>
    <dgm:cxn modelId="{857D4CD4-590D-432F-B9A0-9E97E412ACFE}" type="presOf" srcId="{235E3753-90E7-40F6-9245-2EB516622083}" destId="{A6A188CB-3459-48EA-8592-3490648FC143}" srcOrd="0" destOrd="0" presId="urn:microsoft.com/office/officeart/2018/2/layout/IconLabelList"/>
    <dgm:cxn modelId="{132C3F69-FD28-48E1-8AC6-23D232B232FF}" type="presParOf" srcId="{9370F5CE-C193-4D31-AB8A-DDC5C893BA8E}" destId="{5B424E9C-6A2D-4A3D-8003-88E6C82B9121}" srcOrd="0" destOrd="0" presId="urn:microsoft.com/office/officeart/2018/2/layout/IconLabelList"/>
    <dgm:cxn modelId="{92492B99-EFB8-484C-90F3-0310C3AA4519}" type="presParOf" srcId="{5B424E9C-6A2D-4A3D-8003-88E6C82B9121}" destId="{608A8EDE-C8BE-4334-A007-7C8DD9060573}" srcOrd="0" destOrd="0" presId="urn:microsoft.com/office/officeart/2018/2/layout/IconLabelList"/>
    <dgm:cxn modelId="{0F7B10D3-801E-4590-883F-8C0DC23C00E6}" type="presParOf" srcId="{5B424E9C-6A2D-4A3D-8003-88E6C82B9121}" destId="{7753A0FC-6A9C-4C3C-BDE5-248DDCD4C191}" srcOrd="1" destOrd="0" presId="urn:microsoft.com/office/officeart/2018/2/layout/IconLabelList"/>
    <dgm:cxn modelId="{7E913DD0-C9B0-4ECA-994B-D18A5FDA9E2F}" type="presParOf" srcId="{5B424E9C-6A2D-4A3D-8003-88E6C82B9121}" destId="{AC3F49F9-CCC9-4530-A57B-8F7A1C3F72D0}" srcOrd="2" destOrd="0" presId="urn:microsoft.com/office/officeart/2018/2/layout/IconLabelList"/>
    <dgm:cxn modelId="{E84DB027-DEFD-40A2-8686-14ED48D29EDC}" type="presParOf" srcId="{9370F5CE-C193-4D31-AB8A-DDC5C893BA8E}" destId="{B8939B38-4128-4E30-AD5A-7649B59C6C74}" srcOrd="1" destOrd="0" presId="urn:microsoft.com/office/officeart/2018/2/layout/IconLabelList"/>
    <dgm:cxn modelId="{3A573384-4D9C-431E-B2A6-E14BAA65079F}" type="presParOf" srcId="{9370F5CE-C193-4D31-AB8A-DDC5C893BA8E}" destId="{5C9D2A02-13CF-47D7-8B9B-607480F4F086}" srcOrd="2" destOrd="0" presId="urn:microsoft.com/office/officeart/2018/2/layout/IconLabelList"/>
    <dgm:cxn modelId="{B6D5BB9A-3DE5-4063-8236-621A44E308FA}" type="presParOf" srcId="{5C9D2A02-13CF-47D7-8B9B-607480F4F086}" destId="{EFAF98BA-CBAF-4829-957A-C5D5833CCB75}" srcOrd="0" destOrd="0" presId="urn:microsoft.com/office/officeart/2018/2/layout/IconLabelList"/>
    <dgm:cxn modelId="{AD818E92-4D23-4813-B35A-5E32D8ABBE47}" type="presParOf" srcId="{5C9D2A02-13CF-47D7-8B9B-607480F4F086}" destId="{FCF78253-184C-48A8-9939-5A641A024E8C}" srcOrd="1" destOrd="0" presId="urn:microsoft.com/office/officeart/2018/2/layout/IconLabelList"/>
    <dgm:cxn modelId="{F8B74899-338F-4795-BC8C-E6A88C0A4AA5}" type="presParOf" srcId="{5C9D2A02-13CF-47D7-8B9B-607480F4F086}" destId="{A6A188CB-3459-48EA-8592-3490648FC143}" srcOrd="2" destOrd="0" presId="urn:microsoft.com/office/officeart/2018/2/layout/IconLabelList"/>
    <dgm:cxn modelId="{865DBC3A-129C-44FD-9277-DD7542210BAA}" type="presParOf" srcId="{9370F5CE-C193-4D31-AB8A-DDC5C893BA8E}" destId="{882DA0CF-6E67-457A-9426-2972265D419D}" srcOrd="3" destOrd="0" presId="urn:microsoft.com/office/officeart/2018/2/layout/IconLabelList"/>
    <dgm:cxn modelId="{38AF568C-ECC2-4CE3-B271-03E715040208}" type="presParOf" srcId="{9370F5CE-C193-4D31-AB8A-DDC5C893BA8E}" destId="{F718546C-C7D4-441E-8249-66E8FCB253C1}" srcOrd="4" destOrd="0" presId="urn:microsoft.com/office/officeart/2018/2/layout/IconLabelList"/>
    <dgm:cxn modelId="{405ED81C-C1C6-4DE4-BE75-AD0C56E6D3BB}" type="presParOf" srcId="{F718546C-C7D4-441E-8249-66E8FCB253C1}" destId="{61C36C15-A4B2-4EE7-9D31-BFB38C2518CB}" srcOrd="0" destOrd="0" presId="urn:microsoft.com/office/officeart/2018/2/layout/IconLabelList"/>
    <dgm:cxn modelId="{4765EA1B-3E1E-4F23-8514-99717795514A}" type="presParOf" srcId="{F718546C-C7D4-441E-8249-66E8FCB253C1}" destId="{35BF3333-E4E3-4243-98FD-E2E4A1F0630C}" srcOrd="1" destOrd="0" presId="urn:microsoft.com/office/officeart/2018/2/layout/IconLabelList"/>
    <dgm:cxn modelId="{7F2D8170-AF95-4258-A814-B4F72B874840}" type="presParOf" srcId="{F718546C-C7D4-441E-8249-66E8FCB253C1}" destId="{DFE59350-1222-4DEF-9BDB-132014F913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2E5838-522F-4599-8F20-0F3C60F0D35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AD6CCC-5CE4-4FA7-87A9-C710819A9E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Blocks unauthorized traffic</a:t>
          </a:r>
        </a:p>
      </dgm:t>
    </dgm:pt>
    <dgm:pt modelId="{472D84F0-9750-482C-92C6-C4A9E68A804B}" type="parTrans" cxnId="{89B81821-AC51-446A-85CE-5FD420CD8413}">
      <dgm:prSet/>
      <dgm:spPr/>
      <dgm:t>
        <a:bodyPr/>
        <a:lstStyle/>
        <a:p>
          <a:endParaRPr lang="en-US"/>
        </a:p>
      </dgm:t>
    </dgm:pt>
    <dgm:pt modelId="{80411E9E-C06D-43C5-A267-30D164FF758F}" type="sibTrans" cxnId="{89B81821-AC51-446A-85CE-5FD420CD8413}">
      <dgm:prSet/>
      <dgm:spPr/>
      <dgm:t>
        <a:bodyPr/>
        <a:lstStyle/>
        <a:p>
          <a:endParaRPr lang="en-US"/>
        </a:p>
      </dgm:t>
    </dgm:pt>
    <dgm:pt modelId="{FDB6EAC3-82C5-4632-83C6-46E0A30C3D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Restricts access between VLANs</a:t>
          </a:r>
        </a:p>
      </dgm:t>
    </dgm:pt>
    <dgm:pt modelId="{4116B1AE-3203-4090-A932-650BD1511DB3}" type="parTrans" cxnId="{AAE16397-F325-408A-B194-54980D170E7F}">
      <dgm:prSet/>
      <dgm:spPr/>
      <dgm:t>
        <a:bodyPr/>
        <a:lstStyle/>
        <a:p>
          <a:endParaRPr lang="en-US"/>
        </a:p>
      </dgm:t>
    </dgm:pt>
    <dgm:pt modelId="{70A45565-1491-4ED5-A62E-902764552CB7}" type="sibTrans" cxnId="{AAE16397-F325-408A-B194-54980D170E7F}">
      <dgm:prSet/>
      <dgm:spPr/>
      <dgm:t>
        <a:bodyPr/>
        <a:lstStyle/>
        <a:p>
          <a:endParaRPr lang="en-US"/>
        </a:p>
      </dgm:t>
    </dgm:pt>
    <dgm:pt modelId="{3EEAF0BB-16B0-4984-BD5D-2301F18D0910}" type="pres">
      <dgm:prSet presAssocID="{892E5838-522F-4599-8F20-0F3C60F0D35B}" presName="root" presStyleCnt="0">
        <dgm:presLayoutVars>
          <dgm:dir/>
          <dgm:resizeHandles val="exact"/>
        </dgm:presLayoutVars>
      </dgm:prSet>
      <dgm:spPr/>
    </dgm:pt>
    <dgm:pt modelId="{6CEB3349-9DBA-4699-8879-AB1961D525A0}" type="pres">
      <dgm:prSet presAssocID="{24AD6CCC-5CE4-4FA7-87A9-C710819A9EDC}" presName="compNode" presStyleCnt="0"/>
      <dgm:spPr/>
    </dgm:pt>
    <dgm:pt modelId="{D866BE15-E468-4C35-AD83-970ED1F0E550}" type="pres">
      <dgm:prSet presAssocID="{24AD6CCC-5CE4-4FA7-87A9-C710819A9ED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A5C75A4-8CCC-41C5-B4EF-6A808C0A6B5F}" type="pres">
      <dgm:prSet presAssocID="{24AD6CCC-5CE4-4FA7-87A9-C710819A9EDC}" presName="spaceRect" presStyleCnt="0"/>
      <dgm:spPr/>
    </dgm:pt>
    <dgm:pt modelId="{A5C78F1D-7EA7-4206-8C70-F0D1B3932DCD}" type="pres">
      <dgm:prSet presAssocID="{24AD6CCC-5CE4-4FA7-87A9-C710819A9EDC}" presName="textRect" presStyleLbl="revTx" presStyleIdx="0" presStyleCnt="2">
        <dgm:presLayoutVars>
          <dgm:chMax val="1"/>
          <dgm:chPref val="1"/>
        </dgm:presLayoutVars>
      </dgm:prSet>
      <dgm:spPr/>
    </dgm:pt>
    <dgm:pt modelId="{EE4FCE11-75D3-4F9C-BF26-2013C4D22B26}" type="pres">
      <dgm:prSet presAssocID="{80411E9E-C06D-43C5-A267-30D164FF758F}" presName="sibTrans" presStyleCnt="0"/>
      <dgm:spPr/>
    </dgm:pt>
    <dgm:pt modelId="{82FB355E-3344-4810-8A2A-37BC046DE9E3}" type="pres">
      <dgm:prSet presAssocID="{FDB6EAC3-82C5-4632-83C6-46E0A30C3DBB}" presName="compNode" presStyleCnt="0"/>
      <dgm:spPr/>
    </dgm:pt>
    <dgm:pt modelId="{CF051F0F-C8C4-4A37-8994-4BD8CE76D9B1}" type="pres">
      <dgm:prSet presAssocID="{FDB6EAC3-82C5-4632-83C6-46E0A30C3D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02EB84C-6392-4397-B8F1-96224853E258}" type="pres">
      <dgm:prSet presAssocID="{FDB6EAC3-82C5-4632-83C6-46E0A30C3DBB}" presName="spaceRect" presStyleCnt="0"/>
      <dgm:spPr/>
    </dgm:pt>
    <dgm:pt modelId="{F19AA87A-689F-403C-B966-C53A5C604E3F}" type="pres">
      <dgm:prSet presAssocID="{FDB6EAC3-82C5-4632-83C6-46E0A30C3DB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E003A07-6A4D-461E-9807-0023AAD8B0CF}" type="presOf" srcId="{892E5838-522F-4599-8F20-0F3C60F0D35B}" destId="{3EEAF0BB-16B0-4984-BD5D-2301F18D0910}" srcOrd="0" destOrd="0" presId="urn:microsoft.com/office/officeart/2018/2/layout/IconLabelList"/>
    <dgm:cxn modelId="{89B81821-AC51-446A-85CE-5FD420CD8413}" srcId="{892E5838-522F-4599-8F20-0F3C60F0D35B}" destId="{24AD6CCC-5CE4-4FA7-87A9-C710819A9EDC}" srcOrd="0" destOrd="0" parTransId="{472D84F0-9750-482C-92C6-C4A9E68A804B}" sibTransId="{80411E9E-C06D-43C5-A267-30D164FF758F}"/>
    <dgm:cxn modelId="{41C09B35-62CC-4025-9484-ED6CB6B29B08}" type="presOf" srcId="{24AD6CCC-5CE4-4FA7-87A9-C710819A9EDC}" destId="{A5C78F1D-7EA7-4206-8C70-F0D1B3932DCD}" srcOrd="0" destOrd="0" presId="urn:microsoft.com/office/officeart/2018/2/layout/IconLabelList"/>
    <dgm:cxn modelId="{0BB8DD53-D596-4AC1-AD64-97DBDDBEB12A}" type="presOf" srcId="{FDB6EAC3-82C5-4632-83C6-46E0A30C3DBB}" destId="{F19AA87A-689F-403C-B966-C53A5C604E3F}" srcOrd="0" destOrd="0" presId="urn:microsoft.com/office/officeart/2018/2/layout/IconLabelList"/>
    <dgm:cxn modelId="{AAE16397-F325-408A-B194-54980D170E7F}" srcId="{892E5838-522F-4599-8F20-0F3C60F0D35B}" destId="{FDB6EAC3-82C5-4632-83C6-46E0A30C3DBB}" srcOrd="1" destOrd="0" parTransId="{4116B1AE-3203-4090-A932-650BD1511DB3}" sibTransId="{70A45565-1491-4ED5-A62E-902764552CB7}"/>
    <dgm:cxn modelId="{90DF9185-54C4-40CF-9078-8C9344A00FC7}" type="presParOf" srcId="{3EEAF0BB-16B0-4984-BD5D-2301F18D0910}" destId="{6CEB3349-9DBA-4699-8879-AB1961D525A0}" srcOrd="0" destOrd="0" presId="urn:microsoft.com/office/officeart/2018/2/layout/IconLabelList"/>
    <dgm:cxn modelId="{1E4FD3DD-4D83-4010-8921-CC967AA7E71C}" type="presParOf" srcId="{6CEB3349-9DBA-4699-8879-AB1961D525A0}" destId="{D866BE15-E468-4C35-AD83-970ED1F0E550}" srcOrd="0" destOrd="0" presId="urn:microsoft.com/office/officeart/2018/2/layout/IconLabelList"/>
    <dgm:cxn modelId="{D631C211-00A6-4CD2-9DDE-98D78786B14B}" type="presParOf" srcId="{6CEB3349-9DBA-4699-8879-AB1961D525A0}" destId="{6A5C75A4-8CCC-41C5-B4EF-6A808C0A6B5F}" srcOrd="1" destOrd="0" presId="urn:microsoft.com/office/officeart/2018/2/layout/IconLabelList"/>
    <dgm:cxn modelId="{F7EB8DC0-2237-4D7C-A956-975820A290EC}" type="presParOf" srcId="{6CEB3349-9DBA-4699-8879-AB1961D525A0}" destId="{A5C78F1D-7EA7-4206-8C70-F0D1B3932DCD}" srcOrd="2" destOrd="0" presId="urn:microsoft.com/office/officeart/2018/2/layout/IconLabelList"/>
    <dgm:cxn modelId="{89E21209-3FBF-4089-8E37-26FAB066CA90}" type="presParOf" srcId="{3EEAF0BB-16B0-4984-BD5D-2301F18D0910}" destId="{EE4FCE11-75D3-4F9C-BF26-2013C4D22B26}" srcOrd="1" destOrd="0" presId="urn:microsoft.com/office/officeart/2018/2/layout/IconLabelList"/>
    <dgm:cxn modelId="{AE28EA2B-078B-46BD-81EC-6AF10320FD08}" type="presParOf" srcId="{3EEAF0BB-16B0-4984-BD5D-2301F18D0910}" destId="{82FB355E-3344-4810-8A2A-37BC046DE9E3}" srcOrd="2" destOrd="0" presId="urn:microsoft.com/office/officeart/2018/2/layout/IconLabelList"/>
    <dgm:cxn modelId="{3F0A579D-3B15-4B37-8EF3-3DDE0D3BC979}" type="presParOf" srcId="{82FB355E-3344-4810-8A2A-37BC046DE9E3}" destId="{CF051F0F-C8C4-4A37-8994-4BD8CE76D9B1}" srcOrd="0" destOrd="0" presId="urn:microsoft.com/office/officeart/2018/2/layout/IconLabelList"/>
    <dgm:cxn modelId="{81FF8ECB-7C31-448C-B272-620041F51375}" type="presParOf" srcId="{82FB355E-3344-4810-8A2A-37BC046DE9E3}" destId="{602EB84C-6392-4397-B8F1-96224853E258}" srcOrd="1" destOrd="0" presId="urn:microsoft.com/office/officeart/2018/2/layout/IconLabelList"/>
    <dgm:cxn modelId="{366D2A10-CD0A-4337-BB20-8DD831ABDE57}" type="presParOf" srcId="{82FB355E-3344-4810-8A2A-37BC046DE9E3}" destId="{F19AA87A-689F-403C-B966-C53A5C604E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612C73-86E7-4DD8-AFD5-756FEA6D5C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5_2" csCatId="accent5" phldr="1"/>
      <dgm:spPr/>
      <dgm:t>
        <a:bodyPr/>
        <a:lstStyle/>
        <a:p>
          <a:endParaRPr lang="en-US"/>
        </a:p>
      </dgm:t>
    </dgm:pt>
    <dgm:pt modelId="{B81D7F5E-9F53-4257-B974-3F3FBE68BB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NAT assigns public IPs for external access</a:t>
          </a:r>
        </a:p>
      </dgm:t>
    </dgm:pt>
    <dgm:pt modelId="{95C46B98-9451-44D4-B444-0D1E4D1C60D0}" type="parTrans" cxnId="{AA467AA6-2268-4AB9-BF9C-06B45285E269}">
      <dgm:prSet/>
      <dgm:spPr/>
      <dgm:t>
        <a:bodyPr/>
        <a:lstStyle/>
        <a:p>
          <a:endParaRPr lang="en-US"/>
        </a:p>
      </dgm:t>
    </dgm:pt>
    <dgm:pt modelId="{C14A2AAF-609F-44BE-B80D-D8E700ED5E72}" type="sibTrans" cxnId="{AA467AA6-2268-4AB9-BF9C-06B45285E269}">
      <dgm:prSet/>
      <dgm:spPr/>
      <dgm:t>
        <a:bodyPr/>
        <a:lstStyle/>
        <a:p>
          <a:endParaRPr lang="en-US"/>
        </a:p>
      </dgm:t>
    </dgm:pt>
    <dgm:pt modelId="{E7648901-439C-4840-B371-EE643D640A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Port forwarding for staging web server</a:t>
          </a:r>
        </a:p>
      </dgm:t>
    </dgm:pt>
    <dgm:pt modelId="{0178D7AD-08A2-4F2B-B102-5988FC1928B3}" type="parTrans" cxnId="{CB5052D8-A306-4207-993D-40CE0030253A}">
      <dgm:prSet/>
      <dgm:spPr/>
      <dgm:t>
        <a:bodyPr/>
        <a:lstStyle/>
        <a:p>
          <a:endParaRPr lang="en-US"/>
        </a:p>
      </dgm:t>
    </dgm:pt>
    <dgm:pt modelId="{798CC95A-5FAF-4536-9C93-81DA0532ED6D}" type="sibTrans" cxnId="{CB5052D8-A306-4207-993D-40CE0030253A}">
      <dgm:prSet/>
      <dgm:spPr/>
      <dgm:t>
        <a:bodyPr/>
        <a:lstStyle/>
        <a:p>
          <a:endParaRPr lang="en-US"/>
        </a:p>
      </dgm:t>
    </dgm:pt>
    <dgm:pt modelId="{56B7378E-7960-40B8-955E-D4E1B22B4672}" type="pres">
      <dgm:prSet presAssocID="{6E612C73-86E7-4DD8-AFD5-756FEA6D5C49}" presName="root" presStyleCnt="0">
        <dgm:presLayoutVars>
          <dgm:dir/>
          <dgm:resizeHandles val="exact"/>
        </dgm:presLayoutVars>
      </dgm:prSet>
      <dgm:spPr/>
    </dgm:pt>
    <dgm:pt modelId="{7DBC527E-4B66-4299-83B1-1A2EECCD1180}" type="pres">
      <dgm:prSet presAssocID="{B81D7F5E-9F53-4257-B974-3F3FBE68BB8B}" presName="compNode" presStyleCnt="0"/>
      <dgm:spPr/>
    </dgm:pt>
    <dgm:pt modelId="{24C6E39F-0D07-43FC-868A-1951C3D67F60}" type="pres">
      <dgm:prSet presAssocID="{B81D7F5E-9F53-4257-B974-3F3FBE68BB8B}" presName="iconBgRect" presStyleLbl="bgShp" presStyleIdx="0" presStyleCnt="2"/>
      <dgm:spPr/>
    </dgm:pt>
    <dgm:pt modelId="{351CF18F-5823-41DB-82AF-2E30BD520616}" type="pres">
      <dgm:prSet presAssocID="{B81D7F5E-9F53-4257-B974-3F3FBE68BB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4D554F4-CFAE-41FD-93F4-28C5495F3089}" type="pres">
      <dgm:prSet presAssocID="{B81D7F5E-9F53-4257-B974-3F3FBE68BB8B}" presName="spaceRect" presStyleCnt="0"/>
      <dgm:spPr/>
    </dgm:pt>
    <dgm:pt modelId="{480A686A-86EC-4ADD-BC9E-86E0174D2AE9}" type="pres">
      <dgm:prSet presAssocID="{B81D7F5E-9F53-4257-B974-3F3FBE68BB8B}" presName="textRect" presStyleLbl="revTx" presStyleIdx="0" presStyleCnt="2">
        <dgm:presLayoutVars>
          <dgm:chMax val="1"/>
          <dgm:chPref val="1"/>
        </dgm:presLayoutVars>
      </dgm:prSet>
      <dgm:spPr/>
    </dgm:pt>
    <dgm:pt modelId="{A3B02C56-AFEC-4B31-AEB2-0F16E3147138}" type="pres">
      <dgm:prSet presAssocID="{C14A2AAF-609F-44BE-B80D-D8E700ED5E72}" presName="sibTrans" presStyleCnt="0"/>
      <dgm:spPr/>
    </dgm:pt>
    <dgm:pt modelId="{2AB91CBD-09FE-476B-BE9B-A4CA58985567}" type="pres">
      <dgm:prSet presAssocID="{E7648901-439C-4840-B371-EE643D640A99}" presName="compNode" presStyleCnt="0"/>
      <dgm:spPr/>
    </dgm:pt>
    <dgm:pt modelId="{1CF08F37-DA19-41B0-B0A0-6AC8B7A5CF03}" type="pres">
      <dgm:prSet presAssocID="{E7648901-439C-4840-B371-EE643D640A99}" presName="iconBgRect" presStyleLbl="bgShp" presStyleIdx="1" presStyleCnt="2"/>
      <dgm:spPr/>
    </dgm:pt>
    <dgm:pt modelId="{B221EDC2-8786-487F-BB96-9F5075DBE99E}" type="pres">
      <dgm:prSet presAssocID="{E7648901-439C-4840-B371-EE643D640A9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8549D4A-0E29-43F9-807C-5323649437EE}" type="pres">
      <dgm:prSet presAssocID="{E7648901-439C-4840-B371-EE643D640A99}" presName="spaceRect" presStyleCnt="0"/>
      <dgm:spPr/>
    </dgm:pt>
    <dgm:pt modelId="{A6847B97-161E-4E33-970E-B11D45624937}" type="pres">
      <dgm:prSet presAssocID="{E7648901-439C-4840-B371-EE643D640A9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C464B0D-0A95-41BE-A934-572AA2D89867}" type="presOf" srcId="{6E612C73-86E7-4DD8-AFD5-756FEA6D5C49}" destId="{56B7378E-7960-40B8-955E-D4E1B22B4672}" srcOrd="0" destOrd="0" presId="urn:microsoft.com/office/officeart/2018/5/layout/IconCircleLabelList"/>
    <dgm:cxn modelId="{7AD20D3D-2C4F-4688-85C7-4961859F99BB}" type="presOf" srcId="{E7648901-439C-4840-B371-EE643D640A99}" destId="{A6847B97-161E-4E33-970E-B11D45624937}" srcOrd="0" destOrd="0" presId="urn:microsoft.com/office/officeart/2018/5/layout/IconCircleLabelList"/>
    <dgm:cxn modelId="{AA467AA6-2268-4AB9-BF9C-06B45285E269}" srcId="{6E612C73-86E7-4DD8-AFD5-756FEA6D5C49}" destId="{B81D7F5E-9F53-4257-B974-3F3FBE68BB8B}" srcOrd="0" destOrd="0" parTransId="{95C46B98-9451-44D4-B444-0D1E4D1C60D0}" sibTransId="{C14A2AAF-609F-44BE-B80D-D8E700ED5E72}"/>
    <dgm:cxn modelId="{FF7B60B5-BDA1-4643-8211-1E29CB0EBCAC}" type="presOf" srcId="{B81D7F5E-9F53-4257-B974-3F3FBE68BB8B}" destId="{480A686A-86EC-4ADD-BC9E-86E0174D2AE9}" srcOrd="0" destOrd="0" presId="urn:microsoft.com/office/officeart/2018/5/layout/IconCircleLabelList"/>
    <dgm:cxn modelId="{CB5052D8-A306-4207-993D-40CE0030253A}" srcId="{6E612C73-86E7-4DD8-AFD5-756FEA6D5C49}" destId="{E7648901-439C-4840-B371-EE643D640A99}" srcOrd="1" destOrd="0" parTransId="{0178D7AD-08A2-4F2B-B102-5988FC1928B3}" sibTransId="{798CC95A-5FAF-4536-9C93-81DA0532ED6D}"/>
    <dgm:cxn modelId="{EE183579-3106-4B5F-86F6-229FC940BB1E}" type="presParOf" srcId="{56B7378E-7960-40B8-955E-D4E1B22B4672}" destId="{7DBC527E-4B66-4299-83B1-1A2EECCD1180}" srcOrd="0" destOrd="0" presId="urn:microsoft.com/office/officeart/2018/5/layout/IconCircleLabelList"/>
    <dgm:cxn modelId="{6B7EEC4A-9F48-4852-AB62-4A4CEFD82265}" type="presParOf" srcId="{7DBC527E-4B66-4299-83B1-1A2EECCD1180}" destId="{24C6E39F-0D07-43FC-868A-1951C3D67F60}" srcOrd="0" destOrd="0" presId="urn:microsoft.com/office/officeart/2018/5/layout/IconCircleLabelList"/>
    <dgm:cxn modelId="{661DC13A-D88D-419B-AB75-F395D2B58C14}" type="presParOf" srcId="{7DBC527E-4B66-4299-83B1-1A2EECCD1180}" destId="{351CF18F-5823-41DB-82AF-2E30BD520616}" srcOrd="1" destOrd="0" presId="urn:microsoft.com/office/officeart/2018/5/layout/IconCircleLabelList"/>
    <dgm:cxn modelId="{55DDB4E6-972D-4C2E-89A1-819B5BEAB2F8}" type="presParOf" srcId="{7DBC527E-4B66-4299-83B1-1A2EECCD1180}" destId="{C4D554F4-CFAE-41FD-93F4-28C5495F3089}" srcOrd="2" destOrd="0" presId="urn:microsoft.com/office/officeart/2018/5/layout/IconCircleLabelList"/>
    <dgm:cxn modelId="{F027A073-5934-4193-8C9B-4903236F337B}" type="presParOf" srcId="{7DBC527E-4B66-4299-83B1-1A2EECCD1180}" destId="{480A686A-86EC-4ADD-BC9E-86E0174D2AE9}" srcOrd="3" destOrd="0" presId="urn:microsoft.com/office/officeart/2018/5/layout/IconCircleLabelList"/>
    <dgm:cxn modelId="{2CDC30C3-690C-45C2-8375-07439565599D}" type="presParOf" srcId="{56B7378E-7960-40B8-955E-D4E1B22B4672}" destId="{A3B02C56-AFEC-4B31-AEB2-0F16E3147138}" srcOrd="1" destOrd="0" presId="urn:microsoft.com/office/officeart/2018/5/layout/IconCircleLabelList"/>
    <dgm:cxn modelId="{3CE19A3A-DDBC-4C88-8BFD-69F7E9EF1EDC}" type="presParOf" srcId="{56B7378E-7960-40B8-955E-D4E1B22B4672}" destId="{2AB91CBD-09FE-476B-BE9B-A4CA58985567}" srcOrd="2" destOrd="0" presId="urn:microsoft.com/office/officeart/2018/5/layout/IconCircleLabelList"/>
    <dgm:cxn modelId="{2EC7A998-467A-49EA-94F4-FD6B1FDA4F3E}" type="presParOf" srcId="{2AB91CBD-09FE-476B-BE9B-A4CA58985567}" destId="{1CF08F37-DA19-41B0-B0A0-6AC8B7A5CF03}" srcOrd="0" destOrd="0" presId="urn:microsoft.com/office/officeart/2018/5/layout/IconCircleLabelList"/>
    <dgm:cxn modelId="{D068055C-2389-4EFE-A7DF-F111B6C31034}" type="presParOf" srcId="{2AB91CBD-09FE-476B-BE9B-A4CA58985567}" destId="{B221EDC2-8786-487F-BB96-9F5075DBE99E}" srcOrd="1" destOrd="0" presId="urn:microsoft.com/office/officeart/2018/5/layout/IconCircleLabelList"/>
    <dgm:cxn modelId="{35B0992C-4AE2-4559-B3CB-520A96656698}" type="presParOf" srcId="{2AB91CBD-09FE-476B-BE9B-A4CA58985567}" destId="{68549D4A-0E29-43F9-807C-5323649437EE}" srcOrd="2" destOrd="0" presId="urn:microsoft.com/office/officeart/2018/5/layout/IconCircleLabelList"/>
    <dgm:cxn modelId="{CCCC8E0F-3F18-46B1-AC38-674469FCCE92}" type="presParOf" srcId="{2AB91CBD-09FE-476B-BE9B-A4CA58985567}" destId="{A6847B97-161E-4E33-970E-B11D456249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63BEE7-B048-443B-A097-3A154CF39BF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A8AF2D8-416B-43B5-BC01-B897662489EC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Initial design limitations</a:t>
          </a:r>
          <a:endParaRPr lang="en-US"/>
        </a:p>
      </dgm:t>
    </dgm:pt>
    <dgm:pt modelId="{3C7CCD4E-57B7-4C8A-8652-9BB2FA036851}" type="parTrans" cxnId="{8B927684-3AF0-48BC-B80F-A6CB875E6984}">
      <dgm:prSet/>
      <dgm:spPr/>
      <dgm:t>
        <a:bodyPr/>
        <a:lstStyle/>
        <a:p>
          <a:endParaRPr lang="en-US"/>
        </a:p>
      </dgm:t>
    </dgm:pt>
    <dgm:pt modelId="{1902C4CB-D725-4B0E-9A25-7AA4607E5650}" type="sibTrans" cxnId="{8B927684-3AF0-48BC-B80F-A6CB875E6984}">
      <dgm:prSet/>
      <dgm:spPr/>
      <dgm:t>
        <a:bodyPr/>
        <a:lstStyle/>
        <a:p>
          <a:endParaRPr lang="en-US"/>
        </a:p>
      </dgm:t>
    </dgm:pt>
    <dgm:pt modelId="{E27AE8D4-C4B4-4572-A3E8-D6962EA8850E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Future improvements: Load balancing, automation</a:t>
          </a:r>
          <a:endParaRPr lang="en-US"/>
        </a:p>
      </dgm:t>
    </dgm:pt>
    <dgm:pt modelId="{594486BC-E5C2-4BDF-A925-AAE6FF6A1BF9}" type="parTrans" cxnId="{F8416ECE-C645-402B-8483-ECA3834C4320}">
      <dgm:prSet/>
      <dgm:spPr/>
      <dgm:t>
        <a:bodyPr/>
        <a:lstStyle/>
        <a:p>
          <a:endParaRPr lang="en-US"/>
        </a:p>
      </dgm:t>
    </dgm:pt>
    <dgm:pt modelId="{2699A0D6-E214-43C8-8DF5-D42BF09A104E}" type="sibTrans" cxnId="{F8416ECE-C645-402B-8483-ECA3834C4320}">
      <dgm:prSet/>
      <dgm:spPr/>
      <dgm:t>
        <a:bodyPr/>
        <a:lstStyle/>
        <a:p>
          <a:endParaRPr lang="en-US"/>
        </a:p>
      </dgm:t>
    </dgm:pt>
    <dgm:pt modelId="{9D2189FB-3B68-4DED-8FED-874053BA6AF3}" type="pres">
      <dgm:prSet presAssocID="{3463BEE7-B048-443B-A097-3A154CF39BFF}" presName="root" presStyleCnt="0">
        <dgm:presLayoutVars>
          <dgm:dir/>
          <dgm:resizeHandles val="exact"/>
        </dgm:presLayoutVars>
      </dgm:prSet>
      <dgm:spPr/>
    </dgm:pt>
    <dgm:pt modelId="{683FC02F-51AA-45EB-BBE2-BC9880CABDB2}" type="pres">
      <dgm:prSet presAssocID="{1A8AF2D8-416B-43B5-BC01-B897662489EC}" presName="compNode" presStyleCnt="0"/>
      <dgm:spPr/>
    </dgm:pt>
    <dgm:pt modelId="{52E230E4-D0D5-4BC0-BAB8-595960E03A9A}" type="pres">
      <dgm:prSet presAssocID="{1A8AF2D8-416B-43B5-BC01-B897662489E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A9895F4-1A92-456F-8B77-ECF3461EB736}" type="pres">
      <dgm:prSet presAssocID="{1A8AF2D8-416B-43B5-BC01-B897662489EC}" presName="spaceRect" presStyleCnt="0"/>
      <dgm:spPr/>
    </dgm:pt>
    <dgm:pt modelId="{22794C6A-D701-4707-8F1E-36C845D5FBE9}" type="pres">
      <dgm:prSet presAssocID="{1A8AF2D8-416B-43B5-BC01-B897662489EC}" presName="textRect" presStyleLbl="revTx" presStyleIdx="0" presStyleCnt="2">
        <dgm:presLayoutVars>
          <dgm:chMax val="1"/>
          <dgm:chPref val="1"/>
        </dgm:presLayoutVars>
      </dgm:prSet>
      <dgm:spPr/>
    </dgm:pt>
    <dgm:pt modelId="{A8A6C7AC-1711-4BC4-934F-18959BBC37B9}" type="pres">
      <dgm:prSet presAssocID="{1902C4CB-D725-4B0E-9A25-7AA4607E5650}" presName="sibTrans" presStyleCnt="0"/>
      <dgm:spPr/>
    </dgm:pt>
    <dgm:pt modelId="{96CD9206-97A1-4ADE-A32E-F735C7843CB9}" type="pres">
      <dgm:prSet presAssocID="{E27AE8D4-C4B4-4572-A3E8-D6962EA8850E}" presName="compNode" presStyleCnt="0"/>
      <dgm:spPr/>
    </dgm:pt>
    <dgm:pt modelId="{9B110959-1B6D-427B-9DAA-2E2A2A94E8A4}" type="pres">
      <dgm:prSet presAssocID="{E27AE8D4-C4B4-4572-A3E8-D6962EA885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2F044D4A-507E-4A62-982B-5240D5D65C1E}" type="pres">
      <dgm:prSet presAssocID="{E27AE8D4-C4B4-4572-A3E8-D6962EA8850E}" presName="spaceRect" presStyleCnt="0"/>
      <dgm:spPr/>
    </dgm:pt>
    <dgm:pt modelId="{E0783817-566D-4DD8-957D-A41FD7F2BC01}" type="pres">
      <dgm:prSet presAssocID="{E27AE8D4-C4B4-4572-A3E8-D6962EA8850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B927684-3AF0-48BC-B80F-A6CB875E6984}" srcId="{3463BEE7-B048-443B-A097-3A154CF39BFF}" destId="{1A8AF2D8-416B-43B5-BC01-B897662489EC}" srcOrd="0" destOrd="0" parTransId="{3C7CCD4E-57B7-4C8A-8652-9BB2FA036851}" sibTransId="{1902C4CB-D725-4B0E-9A25-7AA4607E5650}"/>
    <dgm:cxn modelId="{B9DBE7B3-6966-4E07-AF19-D0202B36F07F}" type="presOf" srcId="{1A8AF2D8-416B-43B5-BC01-B897662489EC}" destId="{22794C6A-D701-4707-8F1E-36C845D5FBE9}" srcOrd="0" destOrd="0" presId="urn:microsoft.com/office/officeart/2018/2/layout/IconLabelList"/>
    <dgm:cxn modelId="{4C31CEC4-477A-4F95-BA3E-E8ED215D9143}" type="presOf" srcId="{E27AE8D4-C4B4-4572-A3E8-D6962EA8850E}" destId="{E0783817-566D-4DD8-957D-A41FD7F2BC01}" srcOrd="0" destOrd="0" presId="urn:microsoft.com/office/officeart/2018/2/layout/IconLabelList"/>
    <dgm:cxn modelId="{F8416ECE-C645-402B-8483-ECA3834C4320}" srcId="{3463BEE7-B048-443B-A097-3A154CF39BFF}" destId="{E27AE8D4-C4B4-4572-A3E8-D6962EA8850E}" srcOrd="1" destOrd="0" parTransId="{594486BC-E5C2-4BDF-A925-AAE6FF6A1BF9}" sibTransId="{2699A0D6-E214-43C8-8DF5-D42BF09A104E}"/>
    <dgm:cxn modelId="{EF0FD1F2-0441-4325-B80A-71EB4F4BA59A}" type="presOf" srcId="{3463BEE7-B048-443B-A097-3A154CF39BFF}" destId="{9D2189FB-3B68-4DED-8FED-874053BA6AF3}" srcOrd="0" destOrd="0" presId="urn:microsoft.com/office/officeart/2018/2/layout/IconLabelList"/>
    <dgm:cxn modelId="{F3A2EE94-9C05-453D-A8C8-7B397E17F5DD}" type="presParOf" srcId="{9D2189FB-3B68-4DED-8FED-874053BA6AF3}" destId="{683FC02F-51AA-45EB-BBE2-BC9880CABDB2}" srcOrd="0" destOrd="0" presId="urn:microsoft.com/office/officeart/2018/2/layout/IconLabelList"/>
    <dgm:cxn modelId="{06286EBB-195E-48C6-B689-8C74D9A24B46}" type="presParOf" srcId="{683FC02F-51AA-45EB-BBE2-BC9880CABDB2}" destId="{52E230E4-D0D5-4BC0-BAB8-595960E03A9A}" srcOrd="0" destOrd="0" presId="urn:microsoft.com/office/officeart/2018/2/layout/IconLabelList"/>
    <dgm:cxn modelId="{2C7991E2-AF58-4A84-8919-7998EC24952E}" type="presParOf" srcId="{683FC02F-51AA-45EB-BBE2-BC9880CABDB2}" destId="{4A9895F4-1A92-456F-8B77-ECF3461EB736}" srcOrd="1" destOrd="0" presId="urn:microsoft.com/office/officeart/2018/2/layout/IconLabelList"/>
    <dgm:cxn modelId="{0B063407-6144-4E22-99DF-ED2163B5A6C4}" type="presParOf" srcId="{683FC02F-51AA-45EB-BBE2-BC9880CABDB2}" destId="{22794C6A-D701-4707-8F1E-36C845D5FBE9}" srcOrd="2" destOrd="0" presId="urn:microsoft.com/office/officeart/2018/2/layout/IconLabelList"/>
    <dgm:cxn modelId="{DAB199FC-7E72-41FC-97D2-E8C7A8B94F79}" type="presParOf" srcId="{9D2189FB-3B68-4DED-8FED-874053BA6AF3}" destId="{A8A6C7AC-1711-4BC4-934F-18959BBC37B9}" srcOrd="1" destOrd="0" presId="urn:microsoft.com/office/officeart/2018/2/layout/IconLabelList"/>
    <dgm:cxn modelId="{ADD2D4BA-7861-4556-8015-85B082B3E609}" type="presParOf" srcId="{9D2189FB-3B68-4DED-8FED-874053BA6AF3}" destId="{96CD9206-97A1-4ADE-A32E-F735C7843CB9}" srcOrd="2" destOrd="0" presId="urn:microsoft.com/office/officeart/2018/2/layout/IconLabelList"/>
    <dgm:cxn modelId="{09C6CBC3-86A9-4A84-956E-86A08245D37F}" type="presParOf" srcId="{96CD9206-97A1-4ADE-A32E-F735C7843CB9}" destId="{9B110959-1B6D-427B-9DAA-2E2A2A94E8A4}" srcOrd="0" destOrd="0" presId="urn:microsoft.com/office/officeart/2018/2/layout/IconLabelList"/>
    <dgm:cxn modelId="{C0467F5B-3C0B-459B-8823-5DA455971E21}" type="presParOf" srcId="{96CD9206-97A1-4ADE-A32E-F735C7843CB9}" destId="{2F044D4A-507E-4A62-982B-5240D5D65C1E}" srcOrd="1" destOrd="0" presId="urn:microsoft.com/office/officeart/2018/2/layout/IconLabelList"/>
    <dgm:cxn modelId="{0E4BFE0B-3964-4708-92BB-CC3BC9989C2B}" type="presParOf" srcId="{96CD9206-97A1-4ADE-A32E-F735C7843CB9}" destId="{E0783817-566D-4DD8-957D-A41FD7F2BC0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8FA3E73-BAF9-46F4-8D06-676EA67CF53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9E8E64-A4D0-4C5D-B2E7-6F582B83C9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Backup link ensures continuous connectivity</a:t>
          </a:r>
        </a:p>
      </dgm:t>
    </dgm:pt>
    <dgm:pt modelId="{DF847D2F-BD11-45FB-8B37-DED44CF4ABBD}" type="parTrans" cxnId="{9CAB2E33-5E64-46C5-AEAD-D87044C43AEF}">
      <dgm:prSet/>
      <dgm:spPr/>
      <dgm:t>
        <a:bodyPr/>
        <a:lstStyle/>
        <a:p>
          <a:endParaRPr lang="en-US"/>
        </a:p>
      </dgm:t>
    </dgm:pt>
    <dgm:pt modelId="{5609F291-BEA9-411B-A6BB-191BF3A39BC7}" type="sibTrans" cxnId="{9CAB2E33-5E64-46C5-AEAD-D87044C43A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6748E2-B0B2-4A56-9C47-402726A149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Prevents network downtime</a:t>
          </a:r>
        </a:p>
      </dgm:t>
    </dgm:pt>
    <dgm:pt modelId="{6A1989A3-6B9F-456A-85D9-22E7F676CAB8}" type="parTrans" cxnId="{420B617A-338E-43F7-A201-4848221EB5EB}">
      <dgm:prSet/>
      <dgm:spPr/>
      <dgm:t>
        <a:bodyPr/>
        <a:lstStyle/>
        <a:p>
          <a:endParaRPr lang="en-US"/>
        </a:p>
      </dgm:t>
    </dgm:pt>
    <dgm:pt modelId="{47644C20-205D-401E-BAA6-C24FEC270735}" type="sibTrans" cxnId="{420B617A-338E-43F7-A201-4848221EB5EB}">
      <dgm:prSet/>
      <dgm:spPr/>
      <dgm:t>
        <a:bodyPr/>
        <a:lstStyle/>
        <a:p>
          <a:endParaRPr lang="en-US"/>
        </a:p>
      </dgm:t>
    </dgm:pt>
    <dgm:pt modelId="{CD1BF701-FC2D-4F2D-A5D6-4C4E50B96184}" type="pres">
      <dgm:prSet presAssocID="{C8FA3E73-BAF9-46F4-8D06-676EA67CF53D}" presName="root" presStyleCnt="0">
        <dgm:presLayoutVars>
          <dgm:dir/>
          <dgm:resizeHandles val="exact"/>
        </dgm:presLayoutVars>
      </dgm:prSet>
      <dgm:spPr/>
    </dgm:pt>
    <dgm:pt modelId="{B79EA109-F983-4D5F-8C25-62F06A33BE41}" type="pres">
      <dgm:prSet presAssocID="{7E9E8E64-A4D0-4C5D-B2E7-6F582B83C940}" presName="compNode" presStyleCnt="0"/>
      <dgm:spPr/>
    </dgm:pt>
    <dgm:pt modelId="{8374CB22-2736-43EC-88C8-3B08B57E008D}" type="pres">
      <dgm:prSet presAssocID="{7E9E8E64-A4D0-4C5D-B2E7-6F582B83C94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F98EB03C-C915-4639-A082-DEE0D61193EA}" type="pres">
      <dgm:prSet presAssocID="{7E9E8E64-A4D0-4C5D-B2E7-6F582B83C940}" presName="spaceRect" presStyleCnt="0"/>
      <dgm:spPr/>
    </dgm:pt>
    <dgm:pt modelId="{A14EA61E-EABF-4E88-8DB8-FACE27DD597B}" type="pres">
      <dgm:prSet presAssocID="{7E9E8E64-A4D0-4C5D-B2E7-6F582B83C940}" presName="textRect" presStyleLbl="revTx" presStyleIdx="0" presStyleCnt="2">
        <dgm:presLayoutVars>
          <dgm:chMax val="1"/>
          <dgm:chPref val="1"/>
        </dgm:presLayoutVars>
      </dgm:prSet>
      <dgm:spPr/>
    </dgm:pt>
    <dgm:pt modelId="{4E0855A0-15BA-466D-887E-4A23079C02BF}" type="pres">
      <dgm:prSet presAssocID="{5609F291-BEA9-411B-A6BB-191BF3A39BC7}" presName="sibTrans" presStyleCnt="0"/>
      <dgm:spPr/>
    </dgm:pt>
    <dgm:pt modelId="{2DE84C24-8CF4-486B-9AD7-C01C57CB996A}" type="pres">
      <dgm:prSet presAssocID="{726748E2-B0B2-4A56-9C47-402726A149CD}" presName="compNode" presStyleCnt="0"/>
      <dgm:spPr/>
    </dgm:pt>
    <dgm:pt modelId="{5ACE3590-C5BC-4CA9-A03A-505EF928952D}" type="pres">
      <dgm:prSet presAssocID="{726748E2-B0B2-4A56-9C47-402726A149C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74D0F58A-D821-4810-85FC-05BE89359FEA}" type="pres">
      <dgm:prSet presAssocID="{726748E2-B0B2-4A56-9C47-402726A149CD}" presName="spaceRect" presStyleCnt="0"/>
      <dgm:spPr/>
    </dgm:pt>
    <dgm:pt modelId="{A5DCFF43-5A7D-4EDF-BE68-625677A82CDC}" type="pres">
      <dgm:prSet presAssocID="{726748E2-B0B2-4A56-9C47-402726A149C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0E01C14-0615-4BA9-B8A6-B66DFDDC6550}" type="presOf" srcId="{7E9E8E64-A4D0-4C5D-B2E7-6F582B83C940}" destId="{A14EA61E-EABF-4E88-8DB8-FACE27DD597B}" srcOrd="0" destOrd="0" presId="urn:microsoft.com/office/officeart/2018/2/layout/IconLabelList"/>
    <dgm:cxn modelId="{B1D6871D-C850-4B8A-B92B-F70B9E40E063}" type="presOf" srcId="{C8FA3E73-BAF9-46F4-8D06-676EA67CF53D}" destId="{CD1BF701-FC2D-4F2D-A5D6-4C4E50B96184}" srcOrd="0" destOrd="0" presId="urn:microsoft.com/office/officeart/2018/2/layout/IconLabelList"/>
    <dgm:cxn modelId="{9CAB2E33-5E64-46C5-AEAD-D87044C43AEF}" srcId="{C8FA3E73-BAF9-46F4-8D06-676EA67CF53D}" destId="{7E9E8E64-A4D0-4C5D-B2E7-6F582B83C940}" srcOrd="0" destOrd="0" parTransId="{DF847D2F-BD11-45FB-8B37-DED44CF4ABBD}" sibTransId="{5609F291-BEA9-411B-A6BB-191BF3A39BC7}"/>
    <dgm:cxn modelId="{420B617A-338E-43F7-A201-4848221EB5EB}" srcId="{C8FA3E73-BAF9-46F4-8D06-676EA67CF53D}" destId="{726748E2-B0B2-4A56-9C47-402726A149CD}" srcOrd="1" destOrd="0" parTransId="{6A1989A3-6B9F-456A-85D9-22E7F676CAB8}" sibTransId="{47644C20-205D-401E-BAA6-C24FEC270735}"/>
    <dgm:cxn modelId="{DF5DF885-B743-42DF-B2EC-690ACC340107}" type="presOf" srcId="{726748E2-B0B2-4A56-9C47-402726A149CD}" destId="{A5DCFF43-5A7D-4EDF-BE68-625677A82CDC}" srcOrd="0" destOrd="0" presId="urn:microsoft.com/office/officeart/2018/2/layout/IconLabelList"/>
    <dgm:cxn modelId="{36B0A0DC-AD32-4B32-8C32-A33C7BFE551D}" type="presParOf" srcId="{CD1BF701-FC2D-4F2D-A5D6-4C4E50B96184}" destId="{B79EA109-F983-4D5F-8C25-62F06A33BE41}" srcOrd="0" destOrd="0" presId="urn:microsoft.com/office/officeart/2018/2/layout/IconLabelList"/>
    <dgm:cxn modelId="{2430C051-B674-4091-9E56-D4D1B164FD26}" type="presParOf" srcId="{B79EA109-F983-4D5F-8C25-62F06A33BE41}" destId="{8374CB22-2736-43EC-88C8-3B08B57E008D}" srcOrd="0" destOrd="0" presId="urn:microsoft.com/office/officeart/2018/2/layout/IconLabelList"/>
    <dgm:cxn modelId="{22057E34-223A-42CB-9010-43331A575B61}" type="presParOf" srcId="{B79EA109-F983-4D5F-8C25-62F06A33BE41}" destId="{F98EB03C-C915-4639-A082-DEE0D61193EA}" srcOrd="1" destOrd="0" presId="urn:microsoft.com/office/officeart/2018/2/layout/IconLabelList"/>
    <dgm:cxn modelId="{46A49A34-DE85-4062-AA08-9B53CE3AA4B1}" type="presParOf" srcId="{B79EA109-F983-4D5F-8C25-62F06A33BE41}" destId="{A14EA61E-EABF-4E88-8DB8-FACE27DD597B}" srcOrd="2" destOrd="0" presId="urn:microsoft.com/office/officeart/2018/2/layout/IconLabelList"/>
    <dgm:cxn modelId="{96CFD8FB-4C5A-47E0-8E5B-238ECD292FE1}" type="presParOf" srcId="{CD1BF701-FC2D-4F2D-A5D6-4C4E50B96184}" destId="{4E0855A0-15BA-466D-887E-4A23079C02BF}" srcOrd="1" destOrd="0" presId="urn:microsoft.com/office/officeart/2018/2/layout/IconLabelList"/>
    <dgm:cxn modelId="{2EB9CB1C-C317-4487-A555-FF18EC6F1936}" type="presParOf" srcId="{CD1BF701-FC2D-4F2D-A5D6-4C4E50B96184}" destId="{2DE84C24-8CF4-486B-9AD7-C01C57CB996A}" srcOrd="2" destOrd="0" presId="urn:microsoft.com/office/officeart/2018/2/layout/IconLabelList"/>
    <dgm:cxn modelId="{1BE9FEE6-A307-42A0-933B-FD309E3A4CD3}" type="presParOf" srcId="{2DE84C24-8CF4-486B-9AD7-C01C57CB996A}" destId="{5ACE3590-C5BC-4CA9-A03A-505EF928952D}" srcOrd="0" destOrd="0" presId="urn:microsoft.com/office/officeart/2018/2/layout/IconLabelList"/>
    <dgm:cxn modelId="{479A2E8D-7FA0-4C57-A141-145BEBEA977A}" type="presParOf" srcId="{2DE84C24-8CF4-486B-9AD7-C01C57CB996A}" destId="{74D0F58A-D821-4810-85FC-05BE89359FEA}" srcOrd="1" destOrd="0" presId="urn:microsoft.com/office/officeart/2018/2/layout/IconLabelList"/>
    <dgm:cxn modelId="{085C933B-50F0-484A-AB8D-A8A28C93B20A}" type="presParOf" srcId="{2DE84C24-8CF4-486B-9AD7-C01C57CB996A}" destId="{A5DCFF43-5A7D-4EDF-BE68-625677A82CD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004E54A-28DA-4918-B150-B7E42D5155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1C6CD8-1C91-4C9E-B399-93C49604C28F}">
      <dgm:prSet/>
      <dgm:spPr/>
      <dgm:t>
        <a:bodyPr/>
        <a:lstStyle/>
        <a:p>
          <a:r>
            <a:rPr lang="en-US"/>
            <a:t>Challenges:</a:t>
          </a:r>
        </a:p>
      </dgm:t>
    </dgm:pt>
    <dgm:pt modelId="{46FB44CC-D5FB-4713-84BA-CDCF14BB5EA8}" type="parTrans" cxnId="{43C28F39-3D24-421A-A854-DBFFE5416144}">
      <dgm:prSet/>
      <dgm:spPr/>
      <dgm:t>
        <a:bodyPr/>
        <a:lstStyle/>
        <a:p>
          <a:endParaRPr lang="en-US"/>
        </a:p>
      </dgm:t>
    </dgm:pt>
    <dgm:pt modelId="{FE98478D-B787-4C90-959F-FEE54387B758}" type="sibTrans" cxnId="{43C28F39-3D24-421A-A854-DBFFE5416144}">
      <dgm:prSet/>
      <dgm:spPr/>
      <dgm:t>
        <a:bodyPr/>
        <a:lstStyle/>
        <a:p>
          <a:endParaRPr lang="en-US"/>
        </a:p>
      </dgm:t>
    </dgm:pt>
    <dgm:pt modelId="{4421C748-2DE7-444E-B48C-978188E8E645}">
      <dgm:prSet/>
      <dgm:spPr/>
      <dgm:t>
        <a:bodyPr/>
        <a:lstStyle/>
        <a:p>
          <a:r>
            <a:rPr lang="en-ZA" dirty="0"/>
            <a:t>Routing Protocol Differences</a:t>
          </a:r>
          <a:endParaRPr lang="en-US" dirty="0"/>
        </a:p>
      </dgm:t>
    </dgm:pt>
    <dgm:pt modelId="{199DEAB2-DB7C-4274-9430-FF7B8961643E}" type="parTrans" cxnId="{3712129D-5715-4835-B295-078233F37083}">
      <dgm:prSet/>
      <dgm:spPr/>
      <dgm:t>
        <a:bodyPr/>
        <a:lstStyle/>
        <a:p>
          <a:endParaRPr lang="en-US"/>
        </a:p>
      </dgm:t>
    </dgm:pt>
    <dgm:pt modelId="{E112578B-C459-4328-9DE2-C19B644A7F7C}" type="sibTrans" cxnId="{3712129D-5715-4835-B295-078233F37083}">
      <dgm:prSet/>
      <dgm:spPr/>
      <dgm:t>
        <a:bodyPr/>
        <a:lstStyle/>
        <a:p>
          <a:endParaRPr lang="en-US"/>
        </a:p>
      </dgm:t>
    </dgm:pt>
    <dgm:pt modelId="{476C92D6-2543-4BF0-B11B-1BB1ED704BF0}">
      <dgm:prSet/>
      <dgm:spPr/>
      <dgm:t>
        <a:bodyPr/>
        <a:lstStyle/>
        <a:p>
          <a:r>
            <a:rPr lang="en-ZA"/>
            <a:t>Redistribution Complexity</a:t>
          </a:r>
          <a:endParaRPr lang="en-US"/>
        </a:p>
      </dgm:t>
    </dgm:pt>
    <dgm:pt modelId="{66F43BC5-229E-4E48-B9EA-F800D80D2100}" type="parTrans" cxnId="{F2E93651-E25A-49F1-9BE2-DE1A0459A8E3}">
      <dgm:prSet/>
      <dgm:spPr/>
      <dgm:t>
        <a:bodyPr/>
        <a:lstStyle/>
        <a:p>
          <a:endParaRPr lang="en-US"/>
        </a:p>
      </dgm:t>
    </dgm:pt>
    <dgm:pt modelId="{833C1902-C581-46FA-A473-8D616A596031}" type="sibTrans" cxnId="{F2E93651-E25A-49F1-9BE2-DE1A0459A8E3}">
      <dgm:prSet/>
      <dgm:spPr/>
      <dgm:t>
        <a:bodyPr/>
        <a:lstStyle/>
        <a:p>
          <a:endParaRPr lang="en-US"/>
        </a:p>
      </dgm:t>
    </dgm:pt>
    <dgm:pt modelId="{92123B36-3D5F-4A6C-BB1A-7C54A7C8856F}">
      <dgm:prSet/>
      <dgm:spPr/>
      <dgm:t>
        <a:bodyPr/>
        <a:lstStyle/>
        <a:p>
          <a:r>
            <a:rPr lang="en-ZA" dirty="0"/>
            <a:t>Administrative Distance Conflict</a:t>
          </a:r>
          <a:endParaRPr lang="en-US" dirty="0"/>
        </a:p>
      </dgm:t>
    </dgm:pt>
    <dgm:pt modelId="{5E810747-F8A6-4607-9D52-2F175C3733B8}" type="parTrans" cxnId="{80717660-570F-4779-9DC9-104F0078DFF8}">
      <dgm:prSet/>
      <dgm:spPr/>
      <dgm:t>
        <a:bodyPr/>
        <a:lstStyle/>
        <a:p>
          <a:endParaRPr lang="en-US"/>
        </a:p>
      </dgm:t>
    </dgm:pt>
    <dgm:pt modelId="{9F374E22-97A7-455E-8EED-6B011F4BEAF3}" type="sibTrans" cxnId="{80717660-570F-4779-9DC9-104F0078DFF8}">
      <dgm:prSet/>
      <dgm:spPr/>
      <dgm:t>
        <a:bodyPr/>
        <a:lstStyle/>
        <a:p>
          <a:endParaRPr lang="en-US"/>
        </a:p>
      </dgm:t>
    </dgm:pt>
    <dgm:pt modelId="{70E5D154-CB0A-49D6-979F-2EB977675586}">
      <dgm:prSet/>
      <dgm:spPr/>
      <dgm:t>
        <a:bodyPr/>
        <a:lstStyle/>
        <a:p>
          <a:r>
            <a:rPr lang="en-ZA"/>
            <a:t>Convergence Time Differences</a:t>
          </a:r>
          <a:endParaRPr lang="en-US"/>
        </a:p>
      </dgm:t>
    </dgm:pt>
    <dgm:pt modelId="{392864C4-0D1F-4480-83F5-C0D8416B85CC}" type="parTrans" cxnId="{88A0C331-46C1-415E-A33F-9044FFB30C6D}">
      <dgm:prSet/>
      <dgm:spPr/>
      <dgm:t>
        <a:bodyPr/>
        <a:lstStyle/>
        <a:p>
          <a:endParaRPr lang="en-US"/>
        </a:p>
      </dgm:t>
    </dgm:pt>
    <dgm:pt modelId="{AFF94CDF-DAAA-4A15-AC32-55145BADB8B3}" type="sibTrans" cxnId="{88A0C331-46C1-415E-A33F-9044FFB30C6D}">
      <dgm:prSet/>
      <dgm:spPr/>
      <dgm:t>
        <a:bodyPr/>
        <a:lstStyle/>
        <a:p>
          <a:endParaRPr lang="en-US"/>
        </a:p>
      </dgm:t>
    </dgm:pt>
    <dgm:pt modelId="{22C51EFC-E839-49EB-B2B2-5023A514AABD}">
      <dgm:prSet/>
      <dgm:spPr/>
      <dgm:t>
        <a:bodyPr/>
        <a:lstStyle/>
        <a:p>
          <a:r>
            <a:rPr lang="en-ZA"/>
            <a:t>Inconsistent Network Topology Views</a:t>
          </a:r>
          <a:endParaRPr lang="en-US"/>
        </a:p>
      </dgm:t>
    </dgm:pt>
    <dgm:pt modelId="{CDD3ACE7-C148-4A5E-8F88-2F83DB236780}" type="parTrans" cxnId="{09A1CE83-7B82-4FC7-B305-2DC150105399}">
      <dgm:prSet/>
      <dgm:spPr/>
      <dgm:t>
        <a:bodyPr/>
        <a:lstStyle/>
        <a:p>
          <a:endParaRPr lang="en-US"/>
        </a:p>
      </dgm:t>
    </dgm:pt>
    <dgm:pt modelId="{976A3F69-990C-4E05-BA87-D6B9A5D69F80}" type="sibTrans" cxnId="{09A1CE83-7B82-4FC7-B305-2DC150105399}">
      <dgm:prSet/>
      <dgm:spPr/>
      <dgm:t>
        <a:bodyPr/>
        <a:lstStyle/>
        <a:p>
          <a:endParaRPr lang="en-US"/>
        </a:p>
      </dgm:t>
    </dgm:pt>
    <dgm:pt modelId="{D02D7636-F6FA-403F-B03B-038967CD6033}">
      <dgm:prSet/>
      <dgm:spPr/>
      <dgm:t>
        <a:bodyPr/>
        <a:lstStyle/>
        <a:p>
          <a:r>
            <a:rPr lang="en-ZA"/>
            <a:t>Scalability Concerns</a:t>
          </a:r>
          <a:endParaRPr lang="en-US"/>
        </a:p>
      </dgm:t>
    </dgm:pt>
    <dgm:pt modelId="{F63630EE-54D5-4313-B433-75802C347787}" type="parTrans" cxnId="{CE043190-E20A-4930-995B-D78CD5B82E3C}">
      <dgm:prSet/>
      <dgm:spPr/>
      <dgm:t>
        <a:bodyPr/>
        <a:lstStyle/>
        <a:p>
          <a:endParaRPr lang="en-US"/>
        </a:p>
      </dgm:t>
    </dgm:pt>
    <dgm:pt modelId="{18EE2A41-DB55-44E2-AA91-8DF1FBA299C2}" type="sibTrans" cxnId="{CE043190-E20A-4930-995B-D78CD5B82E3C}">
      <dgm:prSet/>
      <dgm:spPr/>
      <dgm:t>
        <a:bodyPr/>
        <a:lstStyle/>
        <a:p>
          <a:endParaRPr lang="en-US"/>
        </a:p>
      </dgm:t>
    </dgm:pt>
    <dgm:pt modelId="{5FAD3537-4CFA-40A7-9CEF-86D5FD341C5C}" type="pres">
      <dgm:prSet presAssocID="{0004E54A-28DA-4918-B150-B7E42D51556B}" presName="linear" presStyleCnt="0">
        <dgm:presLayoutVars>
          <dgm:animLvl val="lvl"/>
          <dgm:resizeHandles val="exact"/>
        </dgm:presLayoutVars>
      </dgm:prSet>
      <dgm:spPr/>
    </dgm:pt>
    <dgm:pt modelId="{1A465F28-BFFF-495E-9E67-EC6E3039AEC2}" type="pres">
      <dgm:prSet presAssocID="{1B1C6CD8-1C91-4C9E-B399-93C49604C28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7E52508-322D-43D7-9E84-E7AF9E44DCF0}" type="pres">
      <dgm:prSet presAssocID="{1B1C6CD8-1C91-4C9E-B399-93C49604C28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9ECF615-6A7C-4429-A270-90A76632FF50}" type="presOf" srcId="{22C51EFC-E839-49EB-B2B2-5023A514AABD}" destId="{77E52508-322D-43D7-9E84-E7AF9E44DCF0}" srcOrd="0" destOrd="4" presId="urn:microsoft.com/office/officeart/2005/8/layout/vList2"/>
    <dgm:cxn modelId="{88A0C331-46C1-415E-A33F-9044FFB30C6D}" srcId="{1B1C6CD8-1C91-4C9E-B399-93C49604C28F}" destId="{70E5D154-CB0A-49D6-979F-2EB977675586}" srcOrd="3" destOrd="0" parTransId="{392864C4-0D1F-4480-83F5-C0D8416B85CC}" sibTransId="{AFF94CDF-DAAA-4A15-AC32-55145BADB8B3}"/>
    <dgm:cxn modelId="{43C28F39-3D24-421A-A854-DBFFE5416144}" srcId="{0004E54A-28DA-4918-B150-B7E42D51556B}" destId="{1B1C6CD8-1C91-4C9E-B399-93C49604C28F}" srcOrd="0" destOrd="0" parTransId="{46FB44CC-D5FB-4713-84BA-CDCF14BB5EA8}" sibTransId="{FE98478D-B787-4C90-959F-FEE54387B758}"/>
    <dgm:cxn modelId="{80717660-570F-4779-9DC9-104F0078DFF8}" srcId="{1B1C6CD8-1C91-4C9E-B399-93C49604C28F}" destId="{92123B36-3D5F-4A6C-BB1A-7C54A7C8856F}" srcOrd="2" destOrd="0" parTransId="{5E810747-F8A6-4607-9D52-2F175C3733B8}" sibTransId="{9F374E22-97A7-455E-8EED-6B011F4BEAF3}"/>
    <dgm:cxn modelId="{0E45CA64-2970-483F-AFC8-E26BD8A0CBDE}" type="presOf" srcId="{70E5D154-CB0A-49D6-979F-2EB977675586}" destId="{77E52508-322D-43D7-9E84-E7AF9E44DCF0}" srcOrd="0" destOrd="3" presId="urn:microsoft.com/office/officeart/2005/8/layout/vList2"/>
    <dgm:cxn modelId="{A12C7167-197C-4F6D-9FD0-2F73585B368D}" type="presOf" srcId="{4421C748-2DE7-444E-B48C-978188E8E645}" destId="{77E52508-322D-43D7-9E84-E7AF9E44DCF0}" srcOrd="0" destOrd="0" presId="urn:microsoft.com/office/officeart/2005/8/layout/vList2"/>
    <dgm:cxn modelId="{F2E93651-E25A-49F1-9BE2-DE1A0459A8E3}" srcId="{1B1C6CD8-1C91-4C9E-B399-93C49604C28F}" destId="{476C92D6-2543-4BF0-B11B-1BB1ED704BF0}" srcOrd="1" destOrd="0" parTransId="{66F43BC5-229E-4E48-B9EA-F800D80D2100}" sibTransId="{833C1902-C581-46FA-A473-8D616A596031}"/>
    <dgm:cxn modelId="{4C5B5751-480B-4ED6-8CCE-715462302EBF}" type="presOf" srcId="{D02D7636-F6FA-403F-B03B-038967CD6033}" destId="{77E52508-322D-43D7-9E84-E7AF9E44DCF0}" srcOrd="0" destOrd="5" presId="urn:microsoft.com/office/officeart/2005/8/layout/vList2"/>
    <dgm:cxn modelId="{E5ADB171-8DC9-4841-953D-253CFC81D42B}" type="presOf" srcId="{92123B36-3D5F-4A6C-BB1A-7C54A7C8856F}" destId="{77E52508-322D-43D7-9E84-E7AF9E44DCF0}" srcOrd="0" destOrd="2" presId="urn:microsoft.com/office/officeart/2005/8/layout/vList2"/>
    <dgm:cxn modelId="{09A1CE83-7B82-4FC7-B305-2DC150105399}" srcId="{1B1C6CD8-1C91-4C9E-B399-93C49604C28F}" destId="{22C51EFC-E839-49EB-B2B2-5023A514AABD}" srcOrd="4" destOrd="0" parTransId="{CDD3ACE7-C148-4A5E-8F88-2F83DB236780}" sibTransId="{976A3F69-990C-4E05-BA87-D6B9A5D69F80}"/>
    <dgm:cxn modelId="{2DAE2B8F-FD3D-45E3-89AD-1130E93E6810}" type="presOf" srcId="{0004E54A-28DA-4918-B150-B7E42D51556B}" destId="{5FAD3537-4CFA-40A7-9CEF-86D5FD341C5C}" srcOrd="0" destOrd="0" presId="urn:microsoft.com/office/officeart/2005/8/layout/vList2"/>
    <dgm:cxn modelId="{EAC1A78F-7A6C-4E70-9ACF-6B779C59C212}" type="presOf" srcId="{1B1C6CD8-1C91-4C9E-B399-93C49604C28F}" destId="{1A465F28-BFFF-495E-9E67-EC6E3039AEC2}" srcOrd="0" destOrd="0" presId="urn:microsoft.com/office/officeart/2005/8/layout/vList2"/>
    <dgm:cxn modelId="{CE043190-E20A-4930-995B-D78CD5B82E3C}" srcId="{1B1C6CD8-1C91-4C9E-B399-93C49604C28F}" destId="{D02D7636-F6FA-403F-B03B-038967CD6033}" srcOrd="5" destOrd="0" parTransId="{F63630EE-54D5-4313-B433-75802C347787}" sibTransId="{18EE2A41-DB55-44E2-AA91-8DF1FBA299C2}"/>
    <dgm:cxn modelId="{3712129D-5715-4835-B295-078233F37083}" srcId="{1B1C6CD8-1C91-4C9E-B399-93C49604C28F}" destId="{4421C748-2DE7-444E-B48C-978188E8E645}" srcOrd="0" destOrd="0" parTransId="{199DEAB2-DB7C-4274-9430-FF7B8961643E}" sibTransId="{E112578B-C459-4328-9DE2-C19B644A7F7C}"/>
    <dgm:cxn modelId="{448851B6-6CA6-4E4E-856F-AB03F48633FB}" type="presOf" srcId="{476C92D6-2543-4BF0-B11B-1BB1ED704BF0}" destId="{77E52508-322D-43D7-9E84-E7AF9E44DCF0}" srcOrd="0" destOrd="1" presId="urn:microsoft.com/office/officeart/2005/8/layout/vList2"/>
    <dgm:cxn modelId="{D323E262-45F0-4749-9B62-92412B2D93CA}" type="presParOf" srcId="{5FAD3537-4CFA-40A7-9CEF-86D5FD341C5C}" destId="{1A465F28-BFFF-495E-9E67-EC6E3039AEC2}" srcOrd="0" destOrd="0" presId="urn:microsoft.com/office/officeart/2005/8/layout/vList2"/>
    <dgm:cxn modelId="{CE40AAA7-30A0-4FEE-ACD5-2D4CF3D703F2}" type="presParOf" srcId="{5FAD3537-4CFA-40A7-9CEF-86D5FD341C5C}" destId="{77E52508-322D-43D7-9E84-E7AF9E44DCF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FB3E8-DED0-4DF1-871A-07B2101DB6A7}">
      <dsp:nvSpPr>
        <dsp:cNvPr id="0" name=""/>
        <dsp:cNvSpPr/>
      </dsp:nvSpPr>
      <dsp:spPr>
        <a:xfrm>
          <a:off x="0" y="1532"/>
          <a:ext cx="5095875" cy="7768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767FC-0634-4F49-952A-92E1D6CF1299}">
      <dsp:nvSpPr>
        <dsp:cNvPr id="0" name=""/>
        <dsp:cNvSpPr/>
      </dsp:nvSpPr>
      <dsp:spPr>
        <a:xfrm>
          <a:off x="235010" y="176334"/>
          <a:ext cx="427292" cy="427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759D6-0065-414D-BA37-3B49159822D4}">
      <dsp:nvSpPr>
        <dsp:cNvPr id="0" name=""/>
        <dsp:cNvSpPr/>
      </dsp:nvSpPr>
      <dsp:spPr>
        <a:xfrm>
          <a:off x="897314" y="1532"/>
          <a:ext cx="4198560" cy="776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221" tIns="82221" rIns="82221" bIns="8222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Network Topology: Star Topology</a:t>
          </a:r>
        </a:p>
      </dsp:txBody>
      <dsp:txXfrm>
        <a:off x="897314" y="1532"/>
        <a:ext cx="4198560" cy="776895"/>
      </dsp:txXfrm>
    </dsp:sp>
    <dsp:sp modelId="{EBCFB8A6-4283-4197-9631-D279E932810D}">
      <dsp:nvSpPr>
        <dsp:cNvPr id="0" name=""/>
        <dsp:cNvSpPr/>
      </dsp:nvSpPr>
      <dsp:spPr>
        <a:xfrm>
          <a:off x="0" y="972652"/>
          <a:ext cx="5095875" cy="7768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8E22F-A266-4CFD-9754-516ADFC2D756}">
      <dsp:nvSpPr>
        <dsp:cNvPr id="0" name=""/>
        <dsp:cNvSpPr/>
      </dsp:nvSpPr>
      <dsp:spPr>
        <a:xfrm>
          <a:off x="235010" y="1147453"/>
          <a:ext cx="427292" cy="427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DF835-B676-41A2-B5CF-7615153763EC}">
      <dsp:nvSpPr>
        <dsp:cNvPr id="0" name=""/>
        <dsp:cNvSpPr/>
      </dsp:nvSpPr>
      <dsp:spPr>
        <a:xfrm>
          <a:off x="897314" y="972652"/>
          <a:ext cx="4198560" cy="776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221" tIns="82221" rIns="82221" bIns="8222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Floor-wise device distribution</a:t>
          </a:r>
        </a:p>
      </dsp:txBody>
      <dsp:txXfrm>
        <a:off x="897314" y="972652"/>
        <a:ext cx="4198560" cy="776895"/>
      </dsp:txXfrm>
    </dsp:sp>
    <dsp:sp modelId="{FE36B4A6-7831-43E2-8171-DEC046A8E0A8}">
      <dsp:nvSpPr>
        <dsp:cNvPr id="0" name=""/>
        <dsp:cNvSpPr/>
      </dsp:nvSpPr>
      <dsp:spPr>
        <a:xfrm>
          <a:off x="0" y="1943771"/>
          <a:ext cx="5095875" cy="7768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32CE3-3AB8-414D-A447-4BD5FAFE12D5}">
      <dsp:nvSpPr>
        <dsp:cNvPr id="0" name=""/>
        <dsp:cNvSpPr/>
      </dsp:nvSpPr>
      <dsp:spPr>
        <a:xfrm>
          <a:off x="235010" y="2118572"/>
          <a:ext cx="427292" cy="427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F0FA1-5177-408D-97EA-6DAF8716050A}">
      <dsp:nvSpPr>
        <dsp:cNvPr id="0" name=""/>
        <dsp:cNvSpPr/>
      </dsp:nvSpPr>
      <dsp:spPr>
        <a:xfrm>
          <a:off x="897314" y="1943771"/>
          <a:ext cx="4198560" cy="776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221" tIns="82221" rIns="82221" bIns="8222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Central switch interconnecting floors</a:t>
          </a:r>
        </a:p>
      </dsp:txBody>
      <dsp:txXfrm>
        <a:off x="897314" y="1943771"/>
        <a:ext cx="4198560" cy="776895"/>
      </dsp:txXfrm>
    </dsp:sp>
    <dsp:sp modelId="{ACDB185F-EA44-4929-B779-8D42AFF0DEBB}">
      <dsp:nvSpPr>
        <dsp:cNvPr id="0" name=""/>
        <dsp:cNvSpPr/>
      </dsp:nvSpPr>
      <dsp:spPr>
        <a:xfrm>
          <a:off x="0" y="2914890"/>
          <a:ext cx="5095875" cy="7768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6293A-4BDB-4F66-A116-F73DB5A6014A}">
      <dsp:nvSpPr>
        <dsp:cNvPr id="0" name=""/>
        <dsp:cNvSpPr/>
      </dsp:nvSpPr>
      <dsp:spPr>
        <a:xfrm>
          <a:off x="235010" y="3089692"/>
          <a:ext cx="427292" cy="4272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AEF90-9FFC-4608-90B1-D0D974343682}">
      <dsp:nvSpPr>
        <dsp:cNvPr id="0" name=""/>
        <dsp:cNvSpPr/>
      </dsp:nvSpPr>
      <dsp:spPr>
        <a:xfrm>
          <a:off x="897314" y="2914890"/>
          <a:ext cx="4198560" cy="776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221" tIns="82221" rIns="82221" bIns="8222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VLANs for efficient traffic management</a:t>
          </a:r>
        </a:p>
      </dsp:txBody>
      <dsp:txXfrm>
        <a:off x="897314" y="2914890"/>
        <a:ext cx="4198560" cy="7768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F9FFE-2DB6-4E03-BDE9-1992236B211B}">
      <dsp:nvSpPr>
        <dsp:cNvPr id="0" name=""/>
        <dsp:cNvSpPr/>
      </dsp:nvSpPr>
      <dsp:spPr>
        <a:xfrm>
          <a:off x="417018" y="1051496"/>
          <a:ext cx="680273" cy="6802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877F1-20FC-4E51-AF94-A387C3AAC467}">
      <dsp:nvSpPr>
        <dsp:cNvPr id="0" name=""/>
        <dsp:cNvSpPr/>
      </dsp:nvSpPr>
      <dsp:spPr>
        <a:xfrm>
          <a:off x="1295" y="1973453"/>
          <a:ext cx="1511718" cy="60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DHCP assigns IP addresses automatically</a:t>
          </a:r>
        </a:p>
      </dsp:txBody>
      <dsp:txXfrm>
        <a:off x="1295" y="1973453"/>
        <a:ext cx="1511718" cy="604687"/>
      </dsp:txXfrm>
    </dsp:sp>
    <dsp:sp modelId="{DCF032F6-7286-47FF-B345-569470FA205E}">
      <dsp:nvSpPr>
        <dsp:cNvPr id="0" name=""/>
        <dsp:cNvSpPr/>
      </dsp:nvSpPr>
      <dsp:spPr>
        <a:xfrm>
          <a:off x="2193287" y="1051496"/>
          <a:ext cx="680273" cy="6802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50CA9-0FDD-4720-AAC1-D87B5FCABA11}">
      <dsp:nvSpPr>
        <dsp:cNvPr id="0" name=""/>
        <dsp:cNvSpPr/>
      </dsp:nvSpPr>
      <dsp:spPr>
        <a:xfrm>
          <a:off x="1777564" y="1973453"/>
          <a:ext cx="1511718" cy="60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Reduces manual configuration</a:t>
          </a:r>
        </a:p>
      </dsp:txBody>
      <dsp:txXfrm>
        <a:off x="1777564" y="1973453"/>
        <a:ext cx="1511718" cy="604687"/>
      </dsp:txXfrm>
    </dsp:sp>
    <dsp:sp modelId="{D10026F7-4AD3-4A2A-B903-B0A8D27318ED}">
      <dsp:nvSpPr>
        <dsp:cNvPr id="0" name=""/>
        <dsp:cNvSpPr/>
      </dsp:nvSpPr>
      <dsp:spPr>
        <a:xfrm>
          <a:off x="1305152" y="2956070"/>
          <a:ext cx="680273" cy="6802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24704-83B1-4085-ABBE-C004DEB0869A}">
      <dsp:nvSpPr>
        <dsp:cNvPr id="0" name=""/>
        <dsp:cNvSpPr/>
      </dsp:nvSpPr>
      <dsp:spPr>
        <a:xfrm>
          <a:off x="889430" y="3878026"/>
          <a:ext cx="1511718" cy="60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Improves network efficiency</a:t>
          </a:r>
        </a:p>
      </dsp:txBody>
      <dsp:txXfrm>
        <a:off x="889430" y="3878026"/>
        <a:ext cx="1511718" cy="604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A8EDE-C8BE-4334-A007-7C8DD9060573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F49F9-CCC9-4530-A57B-8F7A1C3F72D0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VLANs separate network traffic for security &amp; efficiency</a:t>
          </a:r>
        </a:p>
      </dsp:txBody>
      <dsp:txXfrm>
        <a:off x="417971" y="2644140"/>
        <a:ext cx="2889450" cy="720000"/>
      </dsp:txXfrm>
    </dsp:sp>
    <dsp:sp modelId="{EFAF98BA-CBAF-4829-957A-C5D5833CCB75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188CB-3459-48EA-8592-3490648FC143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Each department assigned a VLAN</a:t>
          </a:r>
        </a:p>
      </dsp:txBody>
      <dsp:txXfrm>
        <a:off x="3813075" y="2644140"/>
        <a:ext cx="2889450" cy="720000"/>
      </dsp:txXfrm>
    </dsp:sp>
    <dsp:sp modelId="{61C36C15-A4B2-4EE7-9D31-BFB38C2518CB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59350-1222-4DEF-9BDB-132014F913D9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broadcast traffic</a:t>
          </a:r>
        </a:p>
      </dsp:txBody>
      <dsp:txXfrm>
        <a:off x="7208178" y="2644140"/>
        <a:ext cx="28894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6BE15-E468-4C35-AD83-970ED1F0E550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78F1D-7EA7-4206-8C70-F0D1B3932DCD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Blocks unauthorized traffic</a:t>
          </a:r>
        </a:p>
      </dsp:txBody>
      <dsp:txXfrm>
        <a:off x="559800" y="3022743"/>
        <a:ext cx="4320000" cy="720000"/>
      </dsp:txXfrm>
    </dsp:sp>
    <dsp:sp modelId="{CF051F0F-C8C4-4A37-8994-4BD8CE76D9B1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9AA87A-689F-403C-B966-C53A5C604E3F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Restricts access between VLANs</a:t>
          </a:r>
        </a:p>
      </dsp:txBody>
      <dsp:txXfrm>
        <a:off x="5635800" y="3022743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6E39F-0D07-43FC-868A-1951C3D67F60}">
      <dsp:nvSpPr>
        <dsp:cNvPr id="0" name=""/>
        <dsp:cNvSpPr/>
      </dsp:nvSpPr>
      <dsp:spPr>
        <a:xfrm>
          <a:off x="571460" y="1244843"/>
          <a:ext cx="1749937" cy="17499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1CF18F-5823-41DB-82AF-2E30BD520616}">
      <dsp:nvSpPr>
        <dsp:cNvPr id="0" name=""/>
        <dsp:cNvSpPr/>
      </dsp:nvSpPr>
      <dsp:spPr>
        <a:xfrm>
          <a:off x="944398" y="1617781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A686A-86EC-4ADD-BC9E-86E0174D2AE9}">
      <dsp:nvSpPr>
        <dsp:cNvPr id="0" name=""/>
        <dsp:cNvSpPr/>
      </dsp:nvSpPr>
      <dsp:spPr>
        <a:xfrm>
          <a:off x="12054" y="3539844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NAT assigns public IPs for external access</a:t>
          </a:r>
        </a:p>
      </dsp:txBody>
      <dsp:txXfrm>
        <a:off x="12054" y="3539844"/>
        <a:ext cx="2868750" cy="720000"/>
      </dsp:txXfrm>
    </dsp:sp>
    <dsp:sp modelId="{1CF08F37-DA19-41B0-B0A0-6AC8B7A5CF03}">
      <dsp:nvSpPr>
        <dsp:cNvPr id="0" name=""/>
        <dsp:cNvSpPr/>
      </dsp:nvSpPr>
      <dsp:spPr>
        <a:xfrm>
          <a:off x="3942241" y="1244843"/>
          <a:ext cx="1749937" cy="17499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1EDC2-8786-487F-BB96-9F5075DBE99E}">
      <dsp:nvSpPr>
        <dsp:cNvPr id="0" name=""/>
        <dsp:cNvSpPr/>
      </dsp:nvSpPr>
      <dsp:spPr>
        <a:xfrm>
          <a:off x="4315179" y="1617781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47B97-161E-4E33-970E-B11D45624937}">
      <dsp:nvSpPr>
        <dsp:cNvPr id="0" name=""/>
        <dsp:cNvSpPr/>
      </dsp:nvSpPr>
      <dsp:spPr>
        <a:xfrm>
          <a:off x="3382835" y="3539844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Port forwarding for staging web server</a:t>
          </a:r>
        </a:p>
      </dsp:txBody>
      <dsp:txXfrm>
        <a:off x="3382835" y="3539844"/>
        <a:ext cx="286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230E4-D0D5-4BC0-BAB8-595960E03A9A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94C6A-D701-4707-8F1E-36C845D5FBE9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/>
            <a:t>Initial design limitations</a:t>
          </a:r>
          <a:endParaRPr lang="en-US" sz="2300" kern="1200"/>
        </a:p>
      </dsp:txBody>
      <dsp:txXfrm>
        <a:off x="559800" y="3022743"/>
        <a:ext cx="4320000" cy="720000"/>
      </dsp:txXfrm>
    </dsp:sp>
    <dsp:sp modelId="{9B110959-1B6D-427B-9DAA-2E2A2A94E8A4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83817-566D-4DD8-957D-A41FD7F2BC01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/>
            <a:t>Future improvements: Load balancing, automation</a:t>
          </a:r>
          <a:endParaRPr lang="en-US" sz="2300" kern="1200"/>
        </a:p>
      </dsp:txBody>
      <dsp:txXfrm>
        <a:off x="5635800" y="3022743"/>
        <a:ext cx="432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4CB22-2736-43EC-88C8-3B08B57E008D}">
      <dsp:nvSpPr>
        <dsp:cNvPr id="0" name=""/>
        <dsp:cNvSpPr/>
      </dsp:nvSpPr>
      <dsp:spPr>
        <a:xfrm>
          <a:off x="719375" y="1108803"/>
          <a:ext cx="1093500" cy="1093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EA61E-EABF-4E88-8DB8-FACE27DD597B}">
      <dsp:nvSpPr>
        <dsp:cNvPr id="0" name=""/>
        <dsp:cNvSpPr/>
      </dsp:nvSpPr>
      <dsp:spPr>
        <a:xfrm>
          <a:off x="51125" y="2522534"/>
          <a:ext cx="243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Backup link ensures continuous connectivity</a:t>
          </a:r>
        </a:p>
      </dsp:txBody>
      <dsp:txXfrm>
        <a:off x="51125" y="2522534"/>
        <a:ext cx="2430000" cy="720000"/>
      </dsp:txXfrm>
    </dsp:sp>
    <dsp:sp modelId="{5ACE3590-C5BC-4CA9-A03A-505EF928952D}">
      <dsp:nvSpPr>
        <dsp:cNvPr id="0" name=""/>
        <dsp:cNvSpPr/>
      </dsp:nvSpPr>
      <dsp:spPr>
        <a:xfrm>
          <a:off x="3574626" y="1108803"/>
          <a:ext cx="1093500" cy="1093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CFF43-5A7D-4EDF-BE68-625677A82CDC}">
      <dsp:nvSpPr>
        <dsp:cNvPr id="0" name=""/>
        <dsp:cNvSpPr/>
      </dsp:nvSpPr>
      <dsp:spPr>
        <a:xfrm>
          <a:off x="2906375" y="2522534"/>
          <a:ext cx="243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Prevents network downtime</a:t>
          </a:r>
        </a:p>
      </dsp:txBody>
      <dsp:txXfrm>
        <a:off x="2906375" y="2522534"/>
        <a:ext cx="243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65F28-BFFF-495E-9E67-EC6E3039AEC2}">
      <dsp:nvSpPr>
        <dsp:cNvPr id="0" name=""/>
        <dsp:cNvSpPr/>
      </dsp:nvSpPr>
      <dsp:spPr>
        <a:xfrm>
          <a:off x="0" y="169238"/>
          <a:ext cx="6245265" cy="1007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Challenges:</a:t>
          </a:r>
        </a:p>
      </dsp:txBody>
      <dsp:txXfrm>
        <a:off x="49176" y="218414"/>
        <a:ext cx="6146913" cy="909018"/>
      </dsp:txXfrm>
    </dsp:sp>
    <dsp:sp modelId="{77E52508-322D-43D7-9E84-E7AF9E44DCF0}">
      <dsp:nvSpPr>
        <dsp:cNvPr id="0" name=""/>
        <dsp:cNvSpPr/>
      </dsp:nvSpPr>
      <dsp:spPr>
        <a:xfrm>
          <a:off x="0" y="1176608"/>
          <a:ext cx="6245265" cy="4243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287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3200" kern="1200" dirty="0"/>
            <a:t>Routing Protocol Differences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3200" kern="1200"/>
            <a:t>Redistribution Complexity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3200" kern="1200" dirty="0"/>
            <a:t>Administrative Distance Conflict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3200" kern="1200"/>
            <a:t>Convergence Time Differences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3200" kern="1200"/>
            <a:t>Inconsistent Network Topology Views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3200" kern="1200"/>
            <a:t>Scalability Concerns</a:t>
          </a:r>
          <a:endParaRPr lang="en-US" sz="3200" kern="1200"/>
        </a:p>
      </dsp:txBody>
      <dsp:txXfrm>
        <a:off x="0" y="1176608"/>
        <a:ext cx="6245265" cy="4243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0C29-9325-3EBF-8254-FB55ABEC6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9FEC8-0BEE-9A05-E6D6-5D6E09211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54F3B-2173-7E02-A37D-C12E048A0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5AB79-240F-0977-6405-209A117E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C4A2C-15CB-6FE3-E9C6-57A8A9FA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905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4D4E-911A-C27A-5A9A-77D652AC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5A1D-3D73-D2C2-972D-94F0F1833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9C65D-F6CC-7B56-D30C-063AD37F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DDFC-AA58-01EA-2F14-8C806197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FBC94-4A0C-D1B9-DB7A-959E193D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544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0AA1-DD80-5594-9AFD-1F3D763E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672A-674E-595A-CDF9-5BFD436BF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55429-4EE6-6E01-731E-CC7C36FD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C413-0342-5498-CDB7-C3581519A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85179-7280-26F9-37D6-282FE762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534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C5C6-1330-91E0-2535-42738549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5ABED-BE8D-4F1F-4F13-0DFA441F1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4388E-7A9E-7905-ABF5-19213FEEE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CEC57-D0FD-C63C-5584-94BA28EE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479CA-BF87-23D9-4DD9-00E3A045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AAE1F-E006-C0EF-AAFD-318CBA4D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986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9E4C-0880-D844-6757-5B20C4C3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10FA0-4B10-C689-F654-9165A92FE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70330-DB0E-56DE-5AA6-EB85348FA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5387B-AB3E-4DEE-B7C6-BD84BAEF3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0A0C6-7451-1891-8A17-98D8DFE3F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7FF767-F221-899C-AECF-3A31FA85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8AC92-B141-D06A-45A2-ED03A1CC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52C36-A18B-30EA-462F-D49D7C79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600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1C1E-5776-607A-D089-360B0D74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48685-8379-45F7-E2B3-CEBAF085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EDF0C-1E96-AB7A-9338-DCE90723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4D440-7BCE-1C2E-9F9C-F0E82774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932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5ACA59-258A-EEE2-92B0-921456C0C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263C0-1DEF-8231-7946-D2D99109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0C7A2-3ABF-784D-10B7-ED403D7D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2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402-B3BF-F03B-EBF3-9E21E96D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9F22A-9708-81E0-445B-14617AC90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A996F-8F3A-7626-CD74-CE31A9EE5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FD439-BB53-1FDD-2321-6CB87CEE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2E33D-41AB-632E-B71E-94A45E8C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AAB3-2252-6429-9565-469489F6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206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7364-F361-BE34-5643-CCB5102E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70267-4643-2AFF-1C79-305A19E0A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3E511-9ED0-7CC9-44E4-6EBA35C07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AAEC5-ABDC-01D1-54A8-EC55B023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A60F5-B233-EFFC-EFC1-36F80F7E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8134F-049B-3487-07DE-E689A9F9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404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A14C-526A-2AF0-B1DC-F3B9E3B3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88984-562F-88E7-BC64-2253A220C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8A3D8-A1FC-605A-8D49-C20CB16D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A4721-FE44-DC59-157F-EB362D8D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1F7AC-28C3-E579-2AB6-74029E72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294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EB949-B672-2C93-DB85-9BFBCAF4B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760A4-D27F-7204-A130-79A06AB7D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3AEE-6537-82FD-2C44-10C62CBF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E59F9-6289-0837-4376-AF68D8DF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E6E09-954E-6086-DF57-7CADB530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164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177F8-2D71-410F-0C6F-B268F9E7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1E555-DD0B-2E38-5AEC-DF0DE63FD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4C098-D4AD-3EF8-710E-35FE8D5EB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58734-DEDC-41E5-8FBC-8D2900995954}" type="datetimeFigureOut">
              <a:rPr lang="en-ZA" smtClean="0"/>
              <a:t>2025/03/22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5CBD7-D936-4EF4-AE91-9693AAC5E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32D5-15AC-89A3-8873-EDD41461B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3FEDD-E24B-4F7D-A05F-3298E8C0AD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071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7D0E4-8D8E-4404-3190-2B30205D9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Network Security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76F417A-4543-75F8-E080-C95A0E48F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By Aiden Stopforth(</a:t>
            </a:r>
            <a:r>
              <a:rPr lang="en-ZA" sz="18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EDUV4849965</a:t>
            </a:r>
            <a:r>
              <a:rPr lang="en-US" sz="2000"/>
              <a:t>), </a:t>
            </a:r>
            <a:r>
              <a:rPr lang="en-US" sz="2000" dirty="0"/>
              <a:t>Chad </a:t>
            </a:r>
            <a:r>
              <a:rPr lang="en-US" sz="2000" dirty="0" err="1"/>
              <a:t>Brehem</a:t>
            </a:r>
            <a:r>
              <a:rPr lang="en-US" sz="2000" dirty="0"/>
              <a:t>(</a:t>
            </a:r>
            <a:r>
              <a:rPr lang="en-Z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EDUV4938975</a:t>
            </a:r>
            <a:r>
              <a:rPr lang="en-US" sz="2000" dirty="0"/>
              <a:t>), Erin Sierra(</a:t>
            </a:r>
            <a:r>
              <a:rPr lang="en-Z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CON-1546203-D0J0</a:t>
            </a:r>
            <a:r>
              <a:rPr lang="en-US" sz="2000" dirty="0"/>
              <a:t>), Keenan Batista(</a:t>
            </a:r>
            <a:r>
              <a:rPr lang="en-Z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EDUV4845350</a:t>
            </a:r>
            <a:r>
              <a:rPr lang="en-US" sz="20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982EC-E3DB-EEF4-CF74-7DB236488190}"/>
              </a:ext>
            </a:extLst>
          </p:cNvPr>
          <p:cNvSpPr txBox="1"/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25 March 2025</a:t>
            </a:r>
          </a:p>
        </p:txBody>
      </p:sp>
    </p:spTree>
    <p:extLst>
      <p:ext uri="{BB962C8B-B14F-4D97-AF65-F5344CB8AC3E}">
        <p14:creationId xmlns:p14="http://schemas.microsoft.com/office/powerpoint/2010/main" val="3001087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55AF004B-8FB7-C26A-213B-B0832BC7F8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78" r="15456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9F43C8-3D79-1600-D7A9-C00B4DD1150A}"/>
              </a:ext>
            </a:extLst>
          </p:cNvPr>
          <p:cNvSpPr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Network Plan &amp;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1C450-C882-43C0-219C-B6E46C3D7F2B}"/>
              </a:ext>
            </a:extLst>
          </p:cNvPr>
          <p:cNvSpPr txBox="1"/>
          <p:nvPr/>
        </p:nvSpPr>
        <p:spPr>
          <a:xfrm>
            <a:off x="6115317" y="2743200"/>
            <a:ext cx="5247340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Designed using Cisco Packet Tracer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Represents three floors of infrastructure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VLAN-based topology for scalability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742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network&#10;&#10;AI-generated content may be incorrect.">
            <a:extLst>
              <a:ext uri="{FF2B5EF4-FFF2-40B4-BE49-F238E27FC236}">
                <a16:creationId xmlns:a16="http://schemas.microsoft.com/office/drawing/2014/main" id="{4D92DED7-1F9A-387D-F4EC-EED9B58D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98795"/>
            <a:ext cx="6311455" cy="48604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08B57A-9D5D-E216-8323-1F5694E5DC6C}"/>
              </a:ext>
            </a:extLst>
          </p:cNvPr>
          <p:cNvSpPr/>
          <p:nvPr/>
        </p:nvSpPr>
        <p:spPr>
          <a:xfrm>
            <a:off x="2615880" y="288143"/>
            <a:ext cx="69602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Network Plan &amp; Design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9761BBE3-F31D-369E-DCC4-9E5858967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064590"/>
              </p:ext>
            </p:extLst>
          </p:nvPr>
        </p:nvGraphicFramePr>
        <p:xfrm>
          <a:off x="619125" y="1688679"/>
          <a:ext cx="5095875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3936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00BFBD-BC4D-1A8C-A4A2-6CA01990F13C}"/>
              </a:ext>
            </a:extLst>
          </p:cNvPr>
          <p:cNvSpPr/>
          <p:nvPr/>
        </p:nvSpPr>
        <p:spPr>
          <a:xfrm>
            <a:off x="600074" y="457201"/>
            <a:ext cx="3148615" cy="3243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DHCP Server Configuration</a:t>
            </a: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C9FE2-4820-CE8C-1085-A40186599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59" y="1009633"/>
            <a:ext cx="2823586" cy="2163098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CD809D-5A47-43E9-6A41-792C67CFC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859" y="3700845"/>
            <a:ext cx="2823586" cy="2173271"/>
          </a:xfrm>
          <a:prstGeom prst="rect">
            <a:avLst/>
          </a:prstGeom>
        </p:spPr>
      </p:pic>
      <p:graphicFrame>
        <p:nvGraphicFramePr>
          <p:cNvPr id="31" name="TextBox 2">
            <a:extLst>
              <a:ext uri="{FF2B5EF4-FFF2-40B4-BE49-F238E27FC236}">
                <a16:creationId xmlns:a16="http://schemas.microsoft.com/office/drawing/2014/main" id="{267191ED-60DB-D121-75CD-8E26634B0A83}"/>
              </a:ext>
            </a:extLst>
          </p:cNvPr>
          <p:cNvGraphicFramePr/>
          <p:nvPr/>
        </p:nvGraphicFramePr>
        <p:xfrm>
          <a:off x="4649245" y="669363"/>
          <a:ext cx="3290579" cy="5534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2398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F23CD1-5793-1B09-3CE2-7D92A7D130E0}"/>
              </a:ext>
            </a:extLst>
          </p:cNvPr>
          <p:cNvSpPr/>
          <p:nvPr/>
        </p:nvSpPr>
        <p:spPr>
          <a:xfrm>
            <a:off x="1371599" y="5510253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DNS Configuration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851AF-6E28-28EA-781B-5DF350D0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177" y="402570"/>
            <a:ext cx="7747644" cy="3215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F9E87E-8DA3-280D-5BD5-92F70D998FF8}"/>
              </a:ext>
            </a:extLst>
          </p:cNvPr>
          <p:cNvSpPr txBox="1"/>
          <p:nvPr/>
        </p:nvSpPr>
        <p:spPr>
          <a:xfrm>
            <a:off x="1940256" y="3833199"/>
            <a:ext cx="8332826" cy="111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Maps domain names to IP addresses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Enables easier communication across subnets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4203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F9DFC3-A9A9-89C8-EE95-9568F2823493}"/>
              </a:ext>
            </a:extLst>
          </p:cNvPr>
          <p:cNvSpPr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VLANs Implementation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9FBD80C-2189-71E8-AE9F-C0481B8D18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65333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144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07AC54-7154-6660-E25B-1B10D738DC0B}"/>
              </a:ext>
            </a:extLst>
          </p:cNvPr>
          <p:cNvSpPr/>
          <p:nvPr/>
        </p:nvSpPr>
        <p:spPr>
          <a:xfrm>
            <a:off x="5596501" y="489508"/>
            <a:ext cx="5754896" cy="16675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VLANs Implementation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2A9FE353-575F-C9CB-F9F6-20E489C2D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30448F-F547-E614-A722-352FB13D368C}"/>
              </a:ext>
            </a:extLst>
          </p:cNvPr>
          <p:cNvSpPr txBox="1"/>
          <p:nvPr/>
        </p:nvSpPr>
        <p:spPr>
          <a:xfrm>
            <a:off x="5596502" y="2405894"/>
            <a:ext cx="575489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VLAN 10: Testers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VLAN 20: UX Developers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VLAN trunking used for inter-switch communication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8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7925C-CE48-4622-5A29-A4559F451D88}"/>
              </a:ext>
            </a:extLst>
          </p:cNvPr>
          <p:cNvSpPr/>
          <p:nvPr/>
        </p:nvSpPr>
        <p:spPr>
          <a:xfrm>
            <a:off x="1136397" y="502020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Shared Router Configuration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F0CB5-4A43-014C-2113-53671F2B456F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Routes traffic between VLANs &amp; internet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Shared between Floor 2 and Floor 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E9BBF9-3F3C-BB9F-3916-D8B8D707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753847"/>
            <a:ext cx="4170530" cy="33821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194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B44686-9861-6CA9-6FBF-894644C5860E}"/>
              </a:ext>
            </a:extLst>
          </p:cNvPr>
          <p:cNvSpPr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ACL Configuration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ADF1473C-8183-F71F-3975-0A79500E53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78086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9586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68324F-F8B1-3455-D67A-4CDC316A7906}"/>
              </a:ext>
            </a:extLst>
          </p:cNvPr>
          <p:cNvSpPr/>
          <p:nvPr/>
        </p:nvSpPr>
        <p:spPr>
          <a:xfrm>
            <a:off x="838200" y="557189"/>
            <a:ext cx="3374136" cy="5567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NAT &amp; Port Forwarding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33A9240-8A76-70ED-9152-182E77CBD1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567975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090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86E59C-79EF-AA5D-8791-67017BC08FFE}"/>
              </a:ext>
            </a:extLst>
          </p:cNvPr>
          <p:cNvSpPr/>
          <p:nvPr/>
        </p:nvSpPr>
        <p:spPr>
          <a:xfrm>
            <a:off x="2187363" y="1671569"/>
            <a:ext cx="5801917" cy="2228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ACL Rules &amp; Security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42E0D37A-B0BA-D3D0-41AB-A2DEF345C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86D182D-7F55-2866-26EB-9A9994242969}"/>
              </a:ext>
            </a:extLst>
          </p:cNvPr>
          <p:cNvSpPr txBox="1"/>
          <p:nvPr/>
        </p:nvSpPr>
        <p:spPr>
          <a:xfrm>
            <a:off x="2187364" y="4072044"/>
            <a:ext cx="5801917" cy="2057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Restrict unauthorized access to staging server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Enforce internal security protocols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18" name="Graphic 17" descr="Lock">
            <a:extLst>
              <a:ext uri="{FF2B5EF4-FFF2-40B4-BE49-F238E27FC236}">
                <a16:creationId xmlns:a16="http://schemas.microsoft.com/office/drawing/2014/main" id="{16DF84E8-6B37-4BF8-86DC-4D3427D11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7C4149-0A1D-12CC-8281-B9BB9ADE9573}"/>
              </a:ext>
            </a:extLst>
          </p:cNvPr>
          <p:cNvSpPr/>
          <p:nvPr/>
        </p:nvSpPr>
        <p:spPr>
          <a:xfrm>
            <a:off x="2187363" y="1671569"/>
            <a:ext cx="5801917" cy="2228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Team Permissions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062706DF-7AA0-B08C-1DCC-1C7CFA393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A522DC-5C08-9C68-A75F-C4BF6B4BCE59}"/>
              </a:ext>
            </a:extLst>
          </p:cNvPr>
          <p:cNvSpPr txBox="1"/>
          <p:nvPr/>
        </p:nvSpPr>
        <p:spPr>
          <a:xfrm>
            <a:off x="2187364" y="4072044"/>
            <a:ext cx="5801917" cy="2057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Defined permissions for development team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Prevents unauthorized configuration changes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6E892F75-1387-4584-B29D-2D5EB4092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303F72-5786-B7D1-95C3-845D778F8877}"/>
              </a:ext>
            </a:extLst>
          </p:cNvPr>
          <p:cNvSpPr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Discussion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C744C4B-4DB2-2DCB-E94B-DA2D28F4E9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69806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4957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31CDEE-9522-CCEA-67C7-84A03943E144}"/>
              </a:ext>
            </a:extLst>
          </p:cNvPr>
          <p:cNvSpPr/>
          <p:nvPr/>
        </p:nvSpPr>
        <p:spPr>
          <a:xfrm>
            <a:off x="5596501" y="489508"/>
            <a:ext cx="5754896" cy="16675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RIP Enablement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CF6BAC61-F154-57A5-0E3D-EC74AF320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971386-65B4-1727-BDB5-A4084308EB8B}"/>
              </a:ext>
            </a:extLst>
          </p:cNvPr>
          <p:cNvSpPr txBox="1"/>
          <p:nvPr/>
        </p:nvSpPr>
        <p:spPr>
          <a:xfrm>
            <a:off x="5596502" y="2405894"/>
            <a:ext cx="575489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RIP used for dynamic routing updates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Simplifies routing table management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0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4B2D32-DB05-2B4C-63CA-D06060364472}"/>
              </a:ext>
            </a:extLst>
          </p:cNvPr>
          <p:cNvSpPr/>
          <p:nvPr/>
        </p:nvSpPr>
        <p:spPr>
          <a:xfrm>
            <a:off x="838200" y="365125"/>
            <a:ext cx="53875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Backup Link Implementation</a:t>
            </a:r>
            <a:endParaRPr lang="en-US" sz="4400"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0DE27D-7FCD-28E1-19CA-20035D95A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42" r="1212" b="2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7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C6DE2F0-0B28-9D49-9A7E-21AF0AB40F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3749607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166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D9ACB1-0B58-E962-1347-C8122B7FDB07}"/>
              </a:ext>
            </a:extLst>
          </p:cNvPr>
          <p:cNvSpPr/>
          <p:nvPr/>
        </p:nvSpPr>
        <p:spPr>
          <a:xfrm>
            <a:off x="85727" y="1070800"/>
            <a:ext cx="4543422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RIP &amp; OSPF Challenges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extBox 2">
            <a:extLst>
              <a:ext uri="{FF2B5EF4-FFF2-40B4-BE49-F238E27FC236}">
                <a16:creationId xmlns:a16="http://schemas.microsoft.com/office/drawing/2014/main" id="{FAB10EF2-4923-EAAF-FC62-AC145DCC1E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440703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451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253</Words>
  <Application>Microsoft Office PowerPoint</Application>
  <PresentationFormat>Widescreen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Network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Brehem</dc:creator>
  <cp:lastModifiedBy>Keenan Batista</cp:lastModifiedBy>
  <cp:revision>9</cp:revision>
  <dcterms:created xsi:type="dcterms:W3CDTF">2025-03-22T09:28:52Z</dcterms:created>
  <dcterms:modified xsi:type="dcterms:W3CDTF">2025-03-22T15:02:58Z</dcterms:modified>
</cp:coreProperties>
</file>